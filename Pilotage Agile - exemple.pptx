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0" r:id="rId4"/>
    <p:sldId id="261" r:id="rId5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7"/>
      <p:bold r:id="rId8"/>
    </p:embeddedFont>
    <p:embeddedFont>
      <p:font typeface="Arial Narrow" panose="020B0606020202030204" pitchFamily="34" charset="0"/>
      <p:regular r:id="rId9"/>
      <p:bold r:id="rId10"/>
      <p:italic r:id="rId11"/>
      <p:boldItalic r:id="rId12"/>
    </p:embeddedFont>
    <p:embeddedFont>
      <p:font typeface="Cabin Condensed" panose="020B0604020202020204" charset="0"/>
      <p:regular r:id="rId13"/>
      <p:bold r:id="rId14"/>
    </p:embeddedFont>
    <p:embeddedFont>
      <p:font typeface="Cambria Math" panose="02040503050406030204" pitchFamily="18" charset="0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Helvetica Neue" panose="020B0604020202020204" charset="0"/>
      <p:regular r:id="rId20"/>
      <p:bold r:id="rId21"/>
      <p:italic r:id="rId22"/>
      <p:boldItalic r:id="rId23"/>
    </p:embeddedFont>
    <p:embeddedFont>
      <p:font typeface="Merriweather Sans" pitchFamily="2" charset="0"/>
      <p:regular r:id="rId24"/>
    </p:embeddedFont>
    <p:embeddedFont>
      <p:font typeface="Montserrat SemiBold" panose="00000700000000000000" pitchFamily="2" charset="0"/>
      <p:regular r:id="rId25"/>
      <p:bold r:id="rId26"/>
      <p:italic r:id="rId27"/>
      <p:boldItalic r:id="rId28"/>
    </p:embeddedFont>
    <p:embeddedFont>
      <p:font typeface="Noto Sans" panose="020B0502040504020204" pitchFamily="34" charset="0"/>
      <p:regular r:id="rId29"/>
    </p:embeddedFont>
    <p:embeddedFont>
      <p:font typeface="Verdana" panose="020B060403050404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5" roundtripDataSignature="AMtx7mgQfszD5A94/ayrynOKyuxUTDS1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E937493-311C-4B09-AB42-98F83098D3E6}">
  <a:tblStyle styleId="{0E937493-311C-4B09-AB42-98F83098D3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52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21" Type="http://schemas.openxmlformats.org/officeDocument/2006/relationships/font" Target="fonts/font15.fntdata"/><Relationship Id="rId68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33" Type="http://schemas.openxmlformats.org/officeDocument/2006/relationships/font" Target="fonts/font27.fntdata"/><Relationship Id="rId6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32" Type="http://schemas.openxmlformats.org/officeDocument/2006/relationships/font" Target="fonts/font26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font" Target="fonts/font22.fntdata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openxmlformats.org/officeDocument/2006/relationships/font" Target="fonts/font25.fntdata"/><Relationship Id="rId65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30" Type="http://schemas.openxmlformats.org/officeDocument/2006/relationships/font" Target="fonts/font24.fntdata"/><Relationship Id="rId69" Type="http://schemas.openxmlformats.org/officeDocument/2006/relationships/tableStyles" Target="tableStyles.xml"/><Relationship Id="rId8" Type="http://schemas.openxmlformats.org/officeDocument/2006/relationships/font" Target="fonts/font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0c3afcc4d7_0_44918:notes"/>
          <p:cNvSpPr txBox="1">
            <a:spLocks noGrp="1"/>
          </p:cNvSpPr>
          <p:nvPr>
            <p:ph type="body" idx="1"/>
          </p:nvPr>
        </p:nvSpPr>
        <p:spPr>
          <a:xfrm>
            <a:off x="679780" y="4689516"/>
            <a:ext cx="5438100" cy="44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20c3afcc4d7_0_449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38188"/>
            <a:ext cx="6591300" cy="370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072d353d33_0_186:notes"/>
          <p:cNvSpPr txBox="1">
            <a:spLocks noGrp="1"/>
          </p:cNvSpPr>
          <p:nvPr>
            <p:ph type="body" idx="1"/>
          </p:nvPr>
        </p:nvSpPr>
        <p:spPr>
          <a:xfrm>
            <a:off x="691886" y="4022836"/>
            <a:ext cx="5535000" cy="3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g3072d353d33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635000"/>
            <a:ext cx="5648325" cy="3176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072d353d33_0_212:notes"/>
          <p:cNvSpPr txBox="1">
            <a:spLocks noGrp="1"/>
          </p:cNvSpPr>
          <p:nvPr>
            <p:ph type="body" idx="1"/>
          </p:nvPr>
        </p:nvSpPr>
        <p:spPr>
          <a:xfrm>
            <a:off x="691886" y="4022836"/>
            <a:ext cx="5535000" cy="3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5" name="Google Shape;365;g3072d353d33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635000"/>
            <a:ext cx="5648325" cy="3176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072d353d33_0_216:notes"/>
          <p:cNvSpPr txBox="1">
            <a:spLocks noGrp="1"/>
          </p:cNvSpPr>
          <p:nvPr>
            <p:ph type="body" idx="1"/>
          </p:nvPr>
        </p:nvSpPr>
        <p:spPr>
          <a:xfrm>
            <a:off x="691886" y="4022836"/>
            <a:ext cx="5535000" cy="38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4" name="Google Shape;434;g3072d353d3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635000"/>
            <a:ext cx="5648325" cy="31765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re">
  <p:cSld name="3_Titr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g20c3afcc4d7_0_44955"/>
          <p:cNvPicPr preferRelativeResize="0"/>
          <p:nvPr/>
        </p:nvPicPr>
        <p:blipFill rotWithShape="1">
          <a:blip r:embed="rId2">
            <a:alphaModFix/>
          </a:blip>
          <a:srcRect l="25980" t="58090"/>
          <a:stretch/>
        </p:blipFill>
        <p:spPr>
          <a:xfrm>
            <a:off x="0" y="0"/>
            <a:ext cx="4520343" cy="181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g20c3afcc4d7_0_44955"/>
          <p:cNvSpPr txBox="1">
            <a:spLocks noGrp="1"/>
          </p:cNvSpPr>
          <p:nvPr>
            <p:ph type="body" idx="1"/>
          </p:nvPr>
        </p:nvSpPr>
        <p:spPr>
          <a:xfrm>
            <a:off x="940499" y="3720191"/>
            <a:ext cx="1109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" name="Google Shape;15;g20c3afcc4d7_0_44955"/>
          <p:cNvSpPr txBox="1">
            <a:spLocks noGrp="1"/>
          </p:cNvSpPr>
          <p:nvPr>
            <p:ph type="ctrTitle"/>
          </p:nvPr>
        </p:nvSpPr>
        <p:spPr>
          <a:xfrm>
            <a:off x="940499" y="2053650"/>
            <a:ext cx="75273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bin Condensed"/>
              <a:buNone/>
              <a:defRPr sz="44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9pPr>
          </a:lstStyle>
          <a:p>
            <a:endParaRPr/>
          </a:p>
        </p:txBody>
      </p:sp>
      <p:sp>
        <p:nvSpPr>
          <p:cNvPr id="16" name="Google Shape;16;g20c3afcc4d7_0_44955"/>
          <p:cNvSpPr txBox="1">
            <a:spLocks noGrp="1"/>
          </p:cNvSpPr>
          <p:nvPr>
            <p:ph type="body" idx="2"/>
          </p:nvPr>
        </p:nvSpPr>
        <p:spPr>
          <a:xfrm>
            <a:off x="940499" y="3147814"/>
            <a:ext cx="7527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g20c3afcc4d7_0_4495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OCTO Part of Accenture © 2022 - All rights reserved</a:t>
            </a:r>
            <a:endParaRPr sz="6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position personnalisée">
  <p:cSld name="2_Disposition personnalisée 3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0c3afcc4d7_0_45080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g20c3afcc4d7_0_45080"/>
          <p:cNvSpPr txBox="1">
            <a:spLocks noGrp="1"/>
          </p:cNvSpPr>
          <p:nvPr>
            <p:ph type="body" idx="1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20c3afcc4d7_0_45080"/>
          <p:cNvSpPr txBox="1">
            <a:spLocks noGrp="1"/>
          </p:cNvSpPr>
          <p:nvPr>
            <p:ph type="body" idx="2"/>
          </p:nvPr>
        </p:nvSpPr>
        <p:spPr>
          <a:xfrm>
            <a:off x="899592" y="1131589"/>
            <a:ext cx="7704900" cy="3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ʘ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position personnalisée">
  <p:cSld name="3_Disposition personnalisé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0c3afcc4d7_0_44950"/>
          <p:cNvSpPr txBox="1">
            <a:spLocks noGrp="1"/>
          </p:cNvSpPr>
          <p:nvPr>
            <p:ph type="body" idx="1"/>
          </p:nvPr>
        </p:nvSpPr>
        <p:spPr>
          <a:xfrm>
            <a:off x="900113" y="1131888"/>
            <a:ext cx="36006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g20c3afcc4d7_0_44950"/>
          <p:cNvSpPr txBox="1">
            <a:spLocks noGrp="1"/>
          </p:cNvSpPr>
          <p:nvPr>
            <p:ph type="body" idx="2"/>
          </p:nvPr>
        </p:nvSpPr>
        <p:spPr>
          <a:xfrm>
            <a:off x="4716463" y="1131888"/>
            <a:ext cx="38877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g20c3afcc4d7_0_44950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20c3afcc4d7_0_44950"/>
          <p:cNvSpPr txBox="1">
            <a:spLocks noGrp="1"/>
          </p:cNvSpPr>
          <p:nvPr>
            <p:ph type="body" idx="3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mmaire">
  <p:cSld name="1_Sommaire 4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c3afcc4d7_0_44981"/>
          <p:cNvSpPr/>
          <p:nvPr/>
        </p:nvSpPr>
        <p:spPr>
          <a:xfrm>
            <a:off x="0" y="51470"/>
            <a:ext cx="1638900" cy="127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" name="Google Shape;66;g20c3afcc4d7_0_44981"/>
          <p:cNvGrpSpPr/>
          <p:nvPr/>
        </p:nvGrpSpPr>
        <p:grpSpPr>
          <a:xfrm>
            <a:off x="0" y="0"/>
            <a:ext cx="4484971" cy="1810443"/>
            <a:chOff x="0" y="0"/>
            <a:chExt cx="4484971" cy="1810443"/>
          </a:xfrm>
        </p:grpSpPr>
        <p:sp>
          <p:nvSpPr>
            <p:cNvPr id="67" name="Google Shape;67;g20c3afcc4d7_0_44981"/>
            <p:cNvSpPr/>
            <p:nvPr/>
          </p:nvSpPr>
          <p:spPr>
            <a:xfrm>
              <a:off x="1602349" y="60108"/>
              <a:ext cx="925218" cy="821577"/>
            </a:xfrm>
            <a:custGeom>
              <a:avLst/>
              <a:gdLst/>
              <a:ahLst/>
              <a:cxnLst/>
              <a:rect l="l" t="t" r="r" b="b"/>
              <a:pathLst>
                <a:path w="43" h="37" extrusionOk="0">
                  <a:moveTo>
                    <a:pt x="10" y="11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7" y="16"/>
                    <a:pt x="4" y="21"/>
                    <a:pt x="0" y="25"/>
                  </a:cubicBezTo>
                  <a:cubicBezTo>
                    <a:pt x="9" y="32"/>
                    <a:pt x="20" y="36"/>
                    <a:pt x="33" y="37"/>
                  </a:cubicBezTo>
                  <a:cubicBezTo>
                    <a:pt x="35" y="33"/>
                    <a:pt x="37" y="30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3" y="18"/>
                    <a:pt x="40" y="9"/>
                    <a:pt x="33" y="5"/>
                  </a:cubicBezTo>
                  <a:cubicBezTo>
                    <a:pt x="25" y="0"/>
                    <a:pt x="15" y="3"/>
                    <a:pt x="10" y="1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g20c3afcc4d7_0_44981"/>
            <p:cNvSpPr/>
            <p:nvPr/>
          </p:nvSpPr>
          <p:spPr>
            <a:xfrm>
              <a:off x="214337" y="0"/>
              <a:ext cx="4270634" cy="1810442"/>
            </a:xfrm>
            <a:custGeom>
              <a:avLst/>
              <a:gdLst/>
              <a:ahLst/>
              <a:cxnLst/>
              <a:rect l="l" t="t" r="r" b="b"/>
              <a:pathLst>
                <a:path w="4270634" h="1810442" extrusionOk="0">
                  <a:moveTo>
                    <a:pt x="0" y="0"/>
                  </a:moveTo>
                  <a:lnTo>
                    <a:pt x="756829" y="0"/>
                  </a:lnTo>
                  <a:lnTo>
                    <a:pt x="770052" y="52577"/>
                  </a:lnTo>
                  <a:cubicBezTo>
                    <a:pt x="949731" y="643453"/>
                    <a:pt x="1490362" y="1081139"/>
                    <a:pt x="2146209" y="1081139"/>
                  </a:cubicBezTo>
                  <a:cubicBezTo>
                    <a:pt x="2784331" y="1081139"/>
                    <a:pt x="3321638" y="643453"/>
                    <a:pt x="3500694" y="52577"/>
                  </a:cubicBezTo>
                  <a:lnTo>
                    <a:pt x="3513879" y="0"/>
                  </a:lnTo>
                  <a:lnTo>
                    <a:pt x="4270634" y="0"/>
                  </a:lnTo>
                  <a:lnTo>
                    <a:pt x="4261521" y="59181"/>
                  </a:lnTo>
                  <a:cubicBezTo>
                    <a:pt x="4057506" y="1049024"/>
                    <a:pt x="3177021" y="1810442"/>
                    <a:pt x="2146209" y="1810442"/>
                  </a:cubicBezTo>
                  <a:cubicBezTo>
                    <a:pt x="1096308" y="1810442"/>
                    <a:pt x="213437" y="1049024"/>
                    <a:pt x="9124" y="59181"/>
                  </a:cubicBez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g20c3afcc4d7_0_44981"/>
            <p:cNvSpPr/>
            <p:nvPr/>
          </p:nvSpPr>
          <p:spPr>
            <a:xfrm>
              <a:off x="0" y="962234"/>
              <a:ext cx="1203597" cy="848209"/>
            </a:xfrm>
            <a:custGeom>
              <a:avLst/>
              <a:gdLst/>
              <a:ahLst/>
              <a:cxnLst/>
              <a:rect l="l" t="t" r="r" b="b"/>
              <a:pathLst>
                <a:path w="1203597" h="848209" extrusionOk="0">
                  <a:moveTo>
                    <a:pt x="0" y="0"/>
                  </a:moveTo>
                  <a:lnTo>
                    <a:pt x="45384" y="22001"/>
                  </a:lnTo>
                  <a:cubicBezTo>
                    <a:pt x="183532" y="76330"/>
                    <a:pt x="331783" y="109928"/>
                    <a:pt x="486312" y="118906"/>
                  </a:cubicBezTo>
                  <a:cubicBezTo>
                    <a:pt x="681935" y="362007"/>
                    <a:pt x="921030" y="583008"/>
                    <a:pt x="1203597" y="737709"/>
                  </a:cubicBezTo>
                  <a:cubicBezTo>
                    <a:pt x="986238" y="804009"/>
                    <a:pt x="768879" y="848209"/>
                    <a:pt x="551520" y="848209"/>
                  </a:cubicBezTo>
                  <a:cubicBezTo>
                    <a:pt x="420765" y="848209"/>
                    <a:pt x="292870" y="836312"/>
                    <a:pt x="168774" y="813559"/>
                  </a:cubicBezTo>
                  <a:lnTo>
                    <a:pt x="0" y="77473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g20c3afcc4d7_0_44981"/>
          <p:cNvSpPr txBox="1">
            <a:spLocks noGrp="1"/>
          </p:cNvSpPr>
          <p:nvPr>
            <p:ph type="body" idx="1"/>
          </p:nvPr>
        </p:nvSpPr>
        <p:spPr>
          <a:xfrm>
            <a:off x="1249770" y="616575"/>
            <a:ext cx="63465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20c3afcc4d7_0_44981"/>
          <p:cNvSpPr txBox="1">
            <a:spLocks noGrp="1"/>
          </p:cNvSpPr>
          <p:nvPr>
            <p:ph type="body" idx="2"/>
          </p:nvPr>
        </p:nvSpPr>
        <p:spPr>
          <a:xfrm>
            <a:off x="1249770" y="1317080"/>
            <a:ext cx="63465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g20c3afcc4d7_0_44981"/>
          <p:cNvSpPr txBox="1">
            <a:spLocks noGrp="1"/>
          </p:cNvSpPr>
          <p:nvPr>
            <p:ph type="body" idx="3"/>
          </p:nvPr>
        </p:nvSpPr>
        <p:spPr>
          <a:xfrm>
            <a:off x="1249770" y="2017585"/>
            <a:ext cx="63465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g20c3afcc4d7_0_44981"/>
          <p:cNvSpPr txBox="1">
            <a:spLocks noGrp="1"/>
          </p:cNvSpPr>
          <p:nvPr>
            <p:ph type="body" idx="4"/>
          </p:nvPr>
        </p:nvSpPr>
        <p:spPr>
          <a:xfrm>
            <a:off x="1249770" y="2718090"/>
            <a:ext cx="63465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g20c3afcc4d7_0_44981"/>
          <p:cNvSpPr txBox="1">
            <a:spLocks noGrp="1"/>
          </p:cNvSpPr>
          <p:nvPr>
            <p:ph type="body" idx="5"/>
          </p:nvPr>
        </p:nvSpPr>
        <p:spPr>
          <a:xfrm>
            <a:off x="1249770" y="3418595"/>
            <a:ext cx="63465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g20c3afcc4d7_0_44981"/>
          <p:cNvSpPr txBox="1">
            <a:spLocks noGrp="1"/>
          </p:cNvSpPr>
          <p:nvPr>
            <p:ph type="body" idx="6"/>
          </p:nvPr>
        </p:nvSpPr>
        <p:spPr>
          <a:xfrm>
            <a:off x="1249770" y="4119099"/>
            <a:ext cx="6346500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0" i="0" u="none" strike="noStrike" cap="non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o"/>
              <a:defRPr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g20c3afcc4d7_0_44981"/>
          <p:cNvSpPr txBox="1">
            <a:spLocks noGrp="1"/>
          </p:cNvSpPr>
          <p:nvPr>
            <p:ph type="body" idx="7"/>
          </p:nvPr>
        </p:nvSpPr>
        <p:spPr>
          <a:xfrm>
            <a:off x="539552" y="616504"/>
            <a:ext cx="509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20c3afcc4d7_0_44981"/>
          <p:cNvSpPr txBox="1">
            <a:spLocks noGrp="1"/>
          </p:cNvSpPr>
          <p:nvPr>
            <p:ph type="body" idx="8"/>
          </p:nvPr>
        </p:nvSpPr>
        <p:spPr>
          <a:xfrm>
            <a:off x="539552" y="1317009"/>
            <a:ext cx="509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g20c3afcc4d7_0_44981"/>
          <p:cNvSpPr txBox="1">
            <a:spLocks noGrp="1"/>
          </p:cNvSpPr>
          <p:nvPr>
            <p:ph type="body" idx="9"/>
          </p:nvPr>
        </p:nvSpPr>
        <p:spPr>
          <a:xfrm>
            <a:off x="539552" y="2017514"/>
            <a:ext cx="509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 b="1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g20c3afcc4d7_0_44981"/>
          <p:cNvSpPr txBox="1">
            <a:spLocks noGrp="1"/>
          </p:cNvSpPr>
          <p:nvPr>
            <p:ph type="body" idx="13"/>
          </p:nvPr>
        </p:nvSpPr>
        <p:spPr>
          <a:xfrm>
            <a:off x="539552" y="2718019"/>
            <a:ext cx="509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 b="1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g20c3afcc4d7_0_44981"/>
          <p:cNvSpPr txBox="1">
            <a:spLocks noGrp="1"/>
          </p:cNvSpPr>
          <p:nvPr>
            <p:ph type="body" idx="14"/>
          </p:nvPr>
        </p:nvSpPr>
        <p:spPr>
          <a:xfrm>
            <a:off x="539552" y="3418524"/>
            <a:ext cx="509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g20c3afcc4d7_0_44981"/>
          <p:cNvSpPr txBox="1">
            <a:spLocks noGrp="1"/>
          </p:cNvSpPr>
          <p:nvPr>
            <p:ph type="body" idx="15"/>
          </p:nvPr>
        </p:nvSpPr>
        <p:spPr>
          <a:xfrm>
            <a:off x="539552" y="4119028"/>
            <a:ext cx="509100" cy="5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00" tIns="0" rIns="72000" bIns="0" anchor="ctr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800" b="1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re 1">
  <p:cSld name="1_Titre 2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20c3afcc4d7_0_45024"/>
          <p:cNvPicPr preferRelativeResize="0"/>
          <p:nvPr/>
        </p:nvPicPr>
        <p:blipFill rotWithShape="1">
          <a:blip r:embed="rId2">
            <a:alphaModFix/>
          </a:blip>
          <a:srcRect r="16359" b="16631"/>
          <a:stretch/>
        </p:blipFill>
        <p:spPr>
          <a:xfrm>
            <a:off x="4498128" y="1877775"/>
            <a:ext cx="4645872" cy="3265726"/>
          </a:xfrm>
          <a:prstGeom prst="rect">
            <a:avLst/>
          </a:prstGeom>
          <a:solidFill>
            <a:srgbClr val="A5A5A5"/>
          </a:solidFill>
          <a:ln>
            <a:noFill/>
          </a:ln>
        </p:spPr>
      </p:pic>
      <p:sp>
        <p:nvSpPr>
          <p:cNvPr id="84" name="Google Shape;84;g20c3afcc4d7_0_45024"/>
          <p:cNvSpPr txBox="1">
            <a:spLocks noGrp="1"/>
          </p:cNvSpPr>
          <p:nvPr>
            <p:ph type="ctrTitle"/>
          </p:nvPr>
        </p:nvSpPr>
        <p:spPr>
          <a:xfrm>
            <a:off x="1221112" y="1779662"/>
            <a:ext cx="75273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bin Condensed"/>
              <a:buNone/>
              <a:defRPr sz="4400" b="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FFFFFF"/>
                </a:solidFill>
                <a:latin typeface="Cabin Condensed"/>
                <a:ea typeface="Cabin Condensed"/>
                <a:cs typeface="Cabin Condensed"/>
                <a:sym typeface="Cabin Condensed"/>
              </a:defRPr>
            </a:lvl9pPr>
          </a:lstStyle>
          <a:p>
            <a:endParaRPr/>
          </a:p>
        </p:txBody>
      </p:sp>
      <p:sp>
        <p:nvSpPr>
          <p:cNvPr id="85" name="Google Shape;85;g20c3afcc4d7_0_45024"/>
          <p:cNvSpPr txBox="1">
            <a:spLocks noGrp="1"/>
          </p:cNvSpPr>
          <p:nvPr>
            <p:ph type="body" idx="1"/>
          </p:nvPr>
        </p:nvSpPr>
        <p:spPr>
          <a:xfrm>
            <a:off x="1221112" y="2979616"/>
            <a:ext cx="7527300" cy="3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g20c3afcc4d7_0_45024"/>
          <p:cNvSpPr txBox="1">
            <a:spLocks noGrp="1"/>
          </p:cNvSpPr>
          <p:nvPr>
            <p:ph type="body" idx="2"/>
          </p:nvPr>
        </p:nvSpPr>
        <p:spPr>
          <a:xfrm>
            <a:off x="488234" y="4670222"/>
            <a:ext cx="11094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 sz="11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g20c3afcc4d7_0_45024"/>
          <p:cNvSpPr/>
          <p:nvPr/>
        </p:nvSpPr>
        <p:spPr>
          <a:xfrm>
            <a:off x="345323" y="4703468"/>
            <a:ext cx="72000" cy="72000"/>
          </a:xfrm>
          <a:prstGeom prst="ellipse">
            <a:avLst/>
          </a:prstGeom>
          <a:solidFill>
            <a:srgbClr val="B243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20c3afcc4d7_0_450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3760" y="4595587"/>
            <a:ext cx="1725231" cy="2877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g20c3afcc4d7_0_45024"/>
          <p:cNvGrpSpPr/>
          <p:nvPr/>
        </p:nvGrpSpPr>
        <p:grpSpPr>
          <a:xfrm>
            <a:off x="288928" y="438164"/>
            <a:ext cx="3420016" cy="369646"/>
            <a:chOff x="288926" y="438151"/>
            <a:chExt cx="4284661" cy="444500"/>
          </a:xfrm>
        </p:grpSpPr>
        <p:sp>
          <p:nvSpPr>
            <p:cNvPr id="90" name="Google Shape;90;g20c3afcc4d7_0_45024"/>
            <p:cNvSpPr/>
            <p:nvPr/>
          </p:nvSpPr>
          <p:spPr>
            <a:xfrm>
              <a:off x="1450975" y="541338"/>
              <a:ext cx="377825" cy="282575"/>
            </a:xfrm>
            <a:custGeom>
              <a:avLst/>
              <a:gdLst/>
              <a:ahLst/>
              <a:cxnLst/>
              <a:rect l="l" t="t" r="r" b="b"/>
              <a:pathLst>
                <a:path w="194" h="144" extrusionOk="0">
                  <a:moveTo>
                    <a:pt x="180" y="144"/>
                  </a:moveTo>
                  <a:cubicBezTo>
                    <a:pt x="180" y="59"/>
                    <a:pt x="180" y="59"/>
                    <a:pt x="180" y="59"/>
                  </a:cubicBezTo>
                  <a:cubicBezTo>
                    <a:pt x="180" y="28"/>
                    <a:pt x="168" y="13"/>
                    <a:pt x="144" y="13"/>
                  </a:cubicBezTo>
                  <a:cubicBezTo>
                    <a:pt x="121" y="13"/>
                    <a:pt x="104" y="29"/>
                    <a:pt x="104" y="60"/>
                  </a:cubicBezTo>
                  <a:cubicBezTo>
                    <a:pt x="104" y="144"/>
                    <a:pt x="104" y="144"/>
                    <a:pt x="104" y="144"/>
                  </a:cubicBezTo>
                  <a:cubicBezTo>
                    <a:pt x="90" y="144"/>
                    <a:pt x="90" y="144"/>
                    <a:pt x="90" y="14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28"/>
                    <a:pt x="76" y="13"/>
                    <a:pt x="53" y="13"/>
                  </a:cubicBezTo>
                  <a:cubicBezTo>
                    <a:pt x="32" y="13"/>
                    <a:pt x="14" y="31"/>
                    <a:pt x="14" y="59"/>
                  </a:cubicBezTo>
                  <a:cubicBezTo>
                    <a:pt x="14" y="144"/>
                    <a:pt x="14" y="144"/>
                    <a:pt x="14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9" y="13"/>
                    <a:pt x="35" y="0"/>
                    <a:pt x="55" y="0"/>
                  </a:cubicBezTo>
                  <a:cubicBezTo>
                    <a:pt x="77" y="0"/>
                    <a:pt x="93" y="12"/>
                    <a:pt x="99" y="28"/>
                  </a:cubicBezTo>
                  <a:cubicBezTo>
                    <a:pt x="107" y="10"/>
                    <a:pt x="125" y="0"/>
                    <a:pt x="145" y="0"/>
                  </a:cubicBezTo>
                  <a:cubicBezTo>
                    <a:pt x="176" y="0"/>
                    <a:pt x="194" y="23"/>
                    <a:pt x="194" y="54"/>
                  </a:cubicBezTo>
                  <a:cubicBezTo>
                    <a:pt x="194" y="144"/>
                    <a:pt x="194" y="144"/>
                    <a:pt x="194" y="144"/>
                  </a:cubicBezTo>
                  <a:lnTo>
                    <a:pt x="180" y="1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g20c3afcc4d7_0_45024"/>
            <p:cNvSpPr/>
            <p:nvPr/>
          </p:nvSpPr>
          <p:spPr>
            <a:xfrm>
              <a:off x="1889125" y="541338"/>
              <a:ext cx="374650" cy="282575"/>
            </a:xfrm>
            <a:custGeom>
              <a:avLst/>
              <a:gdLst/>
              <a:ahLst/>
              <a:cxnLst/>
              <a:rect l="l" t="t" r="r" b="b"/>
              <a:pathLst>
                <a:path w="193" h="144" extrusionOk="0">
                  <a:moveTo>
                    <a:pt x="180" y="144"/>
                  </a:moveTo>
                  <a:cubicBezTo>
                    <a:pt x="180" y="59"/>
                    <a:pt x="180" y="59"/>
                    <a:pt x="180" y="59"/>
                  </a:cubicBezTo>
                  <a:cubicBezTo>
                    <a:pt x="180" y="28"/>
                    <a:pt x="167" y="13"/>
                    <a:pt x="143" y="13"/>
                  </a:cubicBezTo>
                  <a:cubicBezTo>
                    <a:pt x="121" y="13"/>
                    <a:pt x="103" y="29"/>
                    <a:pt x="103" y="60"/>
                  </a:cubicBezTo>
                  <a:cubicBezTo>
                    <a:pt x="103" y="144"/>
                    <a:pt x="103" y="144"/>
                    <a:pt x="103" y="144"/>
                  </a:cubicBezTo>
                  <a:cubicBezTo>
                    <a:pt x="90" y="144"/>
                    <a:pt x="90" y="144"/>
                    <a:pt x="90" y="144"/>
                  </a:cubicBezTo>
                  <a:cubicBezTo>
                    <a:pt x="90" y="54"/>
                    <a:pt x="90" y="54"/>
                    <a:pt x="90" y="54"/>
                  </a:cubicBezTo>
                  <a:cubicBezTo>
                    <a:pt x="90" y="28"/>
                    <a:pt x="75" y="13"/>
                    <a:pt x="53" y="13"/>
                  </a:cubicBezTo>
                  <a:cubicBezTo>
                    <a:pt x="31" y="13"/>
                    <a:pt x="13" y="31"/>
                    <a:pt x="13" y="59"/>
                  </a:cubicBezTo>
                  <a:cubicBezTo>
                    <a:pt x="13" y="144"/>
                    <a:pt x="13" y="144"/>
                    <a:pt x="13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9" y="13"/>
                    <a:pt x="35" y="0"/>
                    <a:pt x="54" y="0"/>
                  </a:cubicBezTo>
                  <a:cubicBezTo>
                    <a:pt x="77" y="0"/>
                    <a:pt x="92" y="12"/>
                    <a:pt x="98" y="28"/>
                  </a:cubicBezTo>
                  <a:cubicBezTo>
                    <a:pt x="107" y="10"/>
                    <a:pt x="124" y="0"/>
                    <a:pt x="145" y="0"/>
                  </a:cubicBezTo>
                  <a:cubicBezTo>
                    <a:pt x="176" y="0"/>
                    <a:pt x="193" y="23"/>
                    <a:pt x="193" y="54"/>
                  </a:cubicBezTo>
                  <a:cubicBezTo>
                    <a:pt x="193" y="144"/>
                    <a:pt x="193" y="144"/>
                    <a:pt x="193" y="144"/>
                  </a:cubicBezTo>
                  <a:lnTo>
                    <a:pt x="180" y="1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g20c3afcc4d7_0_45024"/>
            <p:cNvSpPr/>
            <p:nvPr/>
          </p:nvSpPr>
          <p:spPr>
            <a:xfrm>
              <a:off x="2320925" y="547688"/>
              <a:ext cx="207962" cy="280988"/>
            </a:xfrm>
            <a:custGeom>
              <a:avLst/>
              <a:gdLst/>
              <a:ahLst/>
              <a:cxnLst/>
              <a:rect l="l" t="t" r="r" b="b"/>
              <a:pathLst>
                <a:path w="107" h="143" extrusionOk="0">
                  <a:moveTo>
                    <a:pt x="0" y="9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90"/>
                    <a:pt x="13" y="90"/>
                    <a:pt x="13" y="90"/>
                  </a:cubicBezTo>
                  <a:cubicBezTo>
                    <a:pt x="13" y="115"/>
                    <a:pt x="29" y="131"/>
                    <a:pt x="51" y="131"/>
                  </a:cubicBezTo>
                  <a:cubicBezTo>
                    <a:pt x="76" y="131"/>
                    <a:pt x="93" y="113"/>
                    <a:pt x="93" y="85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93" y="140"/>
                    <a:pt x="93" y="140"/>
                    <a:pt x="93" y="140"/>
                  </a:cubicBezTo>
                  <a:cubicBezTo>
                    <a:pt x="93" y="118"/>
                    <a:pt x="93" y="118"/>
                    <a:pt x="93" y="118"/>
                  </a:cubicBezTo>
                  <a:cubicBezTo>
                    <a:pt x="86" y="132"/>
                    <a:pt x="69" y="143"/>
                    <a:pt x="49" y="143"/>
                  </a:cubicBezTo>
                  <a:cubicBezTo>
                    <a:pt x="21" y="143"/>
                    <a:pt x="0" y="123"/>
                    <a:pt x="0" y="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g20c3afcc4d7_0_45024"/>
            <p:cNvSpPr/>
            <p:nvPr/>
          </p:nvSpPr>
          <p:spPr>
            <a:xfrm>
              <a:off x="2589213" y="541338"/>
              <a:ext cx="206375" cy="282575"/>
            </a:xfrm>
            <a:custGeom>
              <a:avLst/>
              <a:gdLst/>
              <a:ahLst/>
              <a:cxnLst/>
              <a:rect l="l" t="t" r="r" b="b"/>
              <a:pathLst>
                <a:path w="106" h="144" extrusionOk="0">
                  <a:moveTo>
                    <a:pt x="106" y="53"/>
                  </a:moveTo>
                  <a:cubicBezTo>
                    <a:pt x="106" y="144"/>
                    <a:pt x="106" y="144"/>
                    <a:pt x="106" y="144"/>
                  </a:cubicBezTo>
                  <a:cubicBezTo>
                    <a:pt x="93" y="144"/>
                    <a:pt x="93" y="144"/>
                    <a:pt x="93" y="144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3" y="28"/>
                    <a:pt x="77" y="13"/>
                    <a:pt x="55" y="13"/>
                  </a:cubicBezTo>
                  <a:cubicBezTo>
                    <a:pt x="30" y="13"/>
                    <a:pt x="13" y="31"/>
                    <a:pt x="13" y="58"/>
                  </a:cubicBezTo>
                  <a:cubicBezTo>
                    <a:pt x="13" y="144"/>
                    <a:pt x="13" y="144"/>
                    <a:pt x="13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20" y="12"/>
                    <a:pt x="37" y="0"/>
                    <a:pt x="57" y="0"/>
                  </a:cubicBezTo>
                  <a:cubicBezTo>
                    <a:pt x="85" y="0"/>
                    <a:pt x="106" y="20"/>
                    <a:pt x="106" y="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20c3afcc4d7_0_45024"/>
            <p:cNvSpPr/>
            <p:nvPr/>
          </p:nvSpPr>
          <p:spPr>
            <a:xfrm>
              <a:off x="2838450" y="541338"/>
              <a:ext cx="207962" cy="287338"/>
            </a:xfrm>
            <a:custGeom>
              <a:avLst/>
              <a:gdLst/>
              <a:ahLst/>
              <a:cxnLst/>
              <a:rect l="l" t="t" r="r" b="b"/>
              <a:pathLst>
                <a:path w="107" h="147" extrusionOk="0">
                  <a:moveTo>
                    <a:pt x="53" y="55"/>
                  </a:moveTo>
                  <a:cubicBezTo>
                    <a:pt x="72" y="55"/>
                    <a:pt x="87" y="63"/>
                    <a:pt x="93" y="70"/>
                  </a:cubicBezTo>
                  <a:cubicBezTo>
                    <a:pt x="93" y="49"/>
                    <a:pt x="93" y="49"/>
                    <a:pt x="93" y="49"/>
                  </a:cubicBezTo>
                  <a:cubicBezTo>
                    <a:pt x="93" y="26"/>
                    <a:pt x="78" y="13"/>
                    <a:pt x="55" y="13"/>
                  </a:cubicBezTo>
                  <a:cubicBezTo>
                    <a:pt x="37" y="13"/>
                    <a:pt x="22" y="20"/>
                    <a:pt x="12" y="26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14" y="10"/>
                    <a:pt x="32" y="0"/>
                    <a:pt x="56" y="0"/>
                  </a:cubicBezTo>
                  <a:cubicBezTo>
                    <a:pt x="91" y="0"/>
                    <a:pt x="107" y="21"/>
                    <a:pt x="107" y="50"/>
                  </a:cubicBezTo>
                  <a:cubicBezTo>
                    <a:pt x="107" y="144"/>
                    <a:pt x="107" y="144"/>
                    <a:pt x="107" y="144"/>
                  </a:cubicBezTo>
                  <a:cubicBezTo>
                    <a:pt x="96" y="144"/>
                    <a:pt x="96" y="144"/>
                    <a:pt x="96" y="144"/>
                  </a:cubicBezTo>
                  <a:cubicBezTo>
                    <a:pt x="93" y="131"/>
                    <a:pt x="93" y="131"/>
                    <a:pt x="93" y="131"/>
                  </a:cubicBezTo>
                  <a:cubicBezTo>
                    <a:pt x="86" y="139"/>
                    <a:pt x="73" y="147"/>
                    <a:pt x="53" y="147"/>
                  </a:cubicBezTo>
                  <a:cubicBezTo>
                    <a:pt x="22" y="147"/>
                    <a:pt x="0" y="127"/>
                    <a:pt x="0" y="101"/>
                  </a:cubicBezTo>
                  <a:cubicBezTo>
                    <a:pt x="0" y="75"/>
                    <a:pt x="22" y="55"/>
                    <a:pt x="53" y="55"/>
                  </a:cubicBezTo>
                  <a:close/>
                  <a:moveTo>
                    <a:pt x="54" y="135"/>
                  </a:moveTo>
                  <a:cubicBezTo>
                    <a:pt x="78" y="135"/>
                    <a:pt x="94" y="120"/>
                    <a:pt x="94" y="101"/>
                  </a:cubicBezTo>
                  <a:cubicBezTo>
                    <a:pt x="94" y="81"/>
                    <a:pt x="78" y="68"/>
                    <a:pt x="54" y="68"/>
                  </a:cubicBezTo>
                  <a:cubicBezTo>
                    <a:pt x="29" y="68"/>
                    <a:pt x="13" y="82"/>
                    <a:pt x="13" y="101"/>
                  </a:cubicBezTo>
                  <a:cubicBezTo>
                    <a:pt x="13" y="119"/>
                    <a:pt x="29" y="135"/>
                    <a:pt x="54" y="1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20c3afcc4d7_0_45024"/>
            <p:cNvSpPr/>
            <p:nvPr/>
          </p:nvSpPr>
          <p:spPr>
            <a:xfrm>
              <a:off x="3100388" y="547688"/>
              <a:ext cx="207962" cy="280988"/>
            </a:xfrm>
            <a:custGeom>
              <a:avLst/>
              <a:gdLst/>
              <a:ahLst/>
              <a:cxnLst/>
              <a:rect l="l" t="t" r="r" b="b"/>
              <a:pathLst>
                <a:path w="107" h="143" extrusionOk="0">
                  <a:moveTo>
                    <a:pt x="0" y="91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90"/>
                    <a:pt x="14" y="90"/>
                    <a:pt x="14" y="90"/>
                  </a:cubicBezTo>
                  <a:cubicBezTo>
                    <a:pt x="14" y="115"/>
                    <a:pt x="30" y="131"/>
                    <a:pt x="52" y="131"/>
                  </a:cubicBezTo>
                  <a:cubicBezTo>
                    <a:pt x="76" y="131"/>
                    <a:pt x="94" y="113"/>
                    <a:pt x="94" y="85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140"/>
                    <a:pt x="107" y="140"/>
                    <a:pt x="107" y="140"/>
                  </a:cubicBezTo>
                  <a:cubicBezTo>
                    <a:pt x="94" y="140"/>
                    <a:pt x="94" y="140"/>
                    <a:pt x="94" y="140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87" y="132"/>
                    <a:pt x="70" y="143"/>
                    <a:pt x="50" y="143"/>
                  </a:cubicBezTo>
                  <a:cubicBezTo>
                    <a:pt x="21" y="143"/>
                    <a:pt x="0" y="123"/>
                    <a:pt x="0" y="9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20c3afcc4d7_0_45024"/>
            <p:cNvSpPr/>
            <p:nvPr/>
          </p:nvSpPr>
          <p:spPr>
            <a:xfrm>
              <a:off x="3336925" y="492126"/>
              <a:ext cx="127000" cy="333375"/>
            </a:xfrm>
            <a:custGeom>
              <a:avLst/>
              <a:gdLst/>
              <a:ahLst/>
              <a:cxnLst/>
              <a:rect l="l" t="t" r="r" b="b"/>
              <a:pathLst>
                <a:path w="65" h="170" extrusionOk="0">
                  <a:moveTo>
                    <a:pt x="30" y="0"/>
                  </a:moveTo>
                  <a:cubicBezTo>
                    <a:pt x="30" y="29"/>
                    <a:pt x="30" y="29"/>
                    <a:pt x="30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41"/>
                    <a:pt x="63" y="41"/>
                    <a:pt x="63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30" y="150"/>
                    <a:pt x="37" y="158"/>
                    <a:pt x="58" y="158"/>
                  </a:cubicBezTo>
                  <a:cubicBezTo>
                    <a:pt x="61" y="158"/>
                    <a:pt x="65" y="158"/>
                    <a:pt x="65" y="158"/>
                  </a:cubicBezTo>
                  <a:cubicBezTo>
                    <a:pt x="65" y="170"/>
                    <a:pt x="65" y="170"/>
                    <a:pt x="65" y="170"/>
                  </a:cubicBezTo>
                  <a:cubicBezTo>
                    <a:pt x="65" y="170"/>
                    <a:pt x="58" y="170"/>
                    <a:pt x="53" y="170"/>
                  </a:cubicBezTo>
                  <a:cubicBezTo>
                    <a:pt x="31" y="170"/>
                    <a:pt x="17" y="157"/>
                    <a:pt x="17" y="128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0"/>
                    <a:pt x="17" y="0"/>
                    <a:pt x="17" y="0"/>
                  </a:cubicBez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20c3afcc4d7_0_45024"/>
            <p:cNvSpPr/>
            <p:nvPr/>
          </p:nvSpPr>
          <p:spPr>
            <a:xfrm>
              <a:off x="3478213" y="438151"/>
              <a:ext cx="258762" cy="390525"/>
            </a:xfrm>
            <a:custGeom>
              <a:avLst/>
              <a:gdLst/>
              <a:ahLst/>
              <a:cxnLst/>
              <a:rect l="l" t="t" r="r" b="b"/>
              <a:pathLst>
                <a:path w="133" h="199" extrusionOk="0">
                  <a:moveTo>
                    <a:pt x="67" y="52"/>
                  </a:moveTo>
                  <a:cubicBezTo>
                    <a:pt x="107" y="52"/>
                    <a:pt x="133" y="82"/>
                    <a:pt x="133" y="122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4" y="128"/>
                    <a:pt x="14" y="128"/>
                    <a:pt x="14" y="128"/>
                  </a:cubicBezTo>
                  <a:cubicBezTo>
                    <a:pt x="14" y="165"/>
                    <a:pt x="37" y="187"/>
                    <a:pt x="71" y="187"/>
                  </a:cubicBezTo>
                  <a:cubicBezTo>
                    <a:pt x="97" y="187"/>
                    <a:pt x="111" y="174"/>
                    <a:pt x="119" y="163"/>
                  </a:cubicBezTo>
                  <a:cubicBezTo>
                    <a:pt x="128" y="169"/>
                    <a:pt x="128" y="169"/>
                    <a:pt x="128" y="169"/>
                  </a:cubicBezTo>
                  <a:cubicBezTo>
                    <a:pt x="119" y="184"/>
                    <a:pt x="101" y="199"/>
                    <a:pt x="71" y="199"/>
                  </a:cubicBezTo>
                  <a:cubicBezTo>
                    <a:pt x="29" y="199"/>
                    <a:pt x="0" y="170"/>
                    <a:pt x="0" y="126"/>
                  </a:cubicBezTo>
                  <a:cubicBezTo>
                    <a:pt x="0" y="80"/>
                    <a:pt x="31" y="52"/>
                    <a:pt x="67" y="52"/>
                  </a:cubicBezTo>
                  <a:close/>
                  <a:moveTo>
                    <a:pt x="67" y="65"/>
                  </a:moveTo>
                  <a:cubicBezTo>
                    <a:pt x="41" y="65"/>
                    <a:pt x="17" y="82"/>
                    <a:pt x="14" y="116"/>
                  </a:cubicBezTo>
                  <a:cubicBezTo>
                    <a:pt x="119" y="116"/>
                    <a:pt x="119" y="116"/>
                    <a:pt x="119" y="116"/>
                  </a:cubicBezTo>
                  <a:cubicBezTo>
                    <a:pt x="117" y="81"/>
                    <a:pt x="93" y="65"/>
                    <a:pt x="67" y="65"/>
                  </a:cubicBezTo>
                  <a:close/>
                  <a:moveTo>
                    <a:pt x="92" y="0"/>
                  </a:moveTo>
                  <a:cubicBezTo>
                    <a:pt x="69" y="38"/>
                    <a:pt x="69" y="38"/>
                    <a:pt x="69" y="38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76" y="0"/>
                    <a:pt x="76" y="0"/>
                    <a:pt x="76" y="0"/>
                  </a:cubicBezTo>
                  <a:lnTo>
                    <a:pt x="9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g20c3afcc4d7_0_45024"/>
            <p:cNvSpPr/>
            <p:nvPr/>
          </p:nvSpPr>
          <p:spPr>
            <a:xfrm>
              <a:off x="3765550" y="541338"/>
              <a:ext cx="188912" cy="282575"/>
            </a:xfrm>
            <a:custGeom>
              <a:avLst/>
              <a:gdLst/>
              <a:ahLst/>
              <a:cxnLst/>
              <a:rect l="l" t="t" r="r" b="b"/>
              <a:pathLst>
                <a:path w="97" h="144" extrusionOk="0">
                  <a:moveTo>
                    <a:pt x="45" y="0"/>
                  </a:moveTo>
                  <a:cubicBezTo>
                    <a:pt x="74" y="0"/>
                    <a:pt x="92" y="15"/>
                    <a:pt x="92" y="38"/>
                  </a:cubicBezTo>
                  <a:cubicBezTo>
                    <a:pt x="92" y="51"/>
                    <a:pt x="86" y="63"/>
                    <a:pt x="75" y="69"/>
                  </a:cubicBezTo>
                  <a:cubicBezTo>
                    <a:pt x="89" y="75"/>
                    <a:pt x="97" y="87"/>
                    <a:pt x="97" y="102"/>
                  </a:cubicBezTo>
                  <a:cubicBezTo>
                    <a:pt x="97" y="130"/>
                    <a:pt x="74" y="144"/>
                    <a:pt x="48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5" y="0"/>
                  </a:lnTo>
                  <a:close/>
                  <a:moveTo>
                    <a:pt x="63" y="42"/>
                  </a:moveTo>
                  <a:cubicBezTo>
                    <a:pt x="63" y="32"/>
                    <a:pt x="56" y="25"/>
                    <a:pt x="45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55" y="58"/>
                    <a:pt x="63" y="52"/>
                    <a:pt x="63" y="42"/>
                  </a:cubicBezTo>
                  <a:close/>
                  <a:moveTo>
                    <a:pt x="67" y="100"/>
                  </a:moveTo>
                  <a:cubicBezTo>
                    <a:pt x="67" y="88"/>
                    <a:pt x="58" y="82"/>
                    <a:pt x="46" y="82"/>
                  </a:cubicBezTo>
                  <a:cubicBezTo>
                    <a:pt x="29" y="82"/>
                    <a:pt x="29" y="82"/>
                    <a:pt x="29" y="82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58" y="119"/>
                    <a:pt x="67" y="112"/>
                    <a:pt x="67" y="100"/>
                  </a:cubicBezTo>
                  <a:close/>
                </a:path>
              </a:pathLst>
            </a:custGeom>
            <a:solidFill>
              <a:srgbClr val="5926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20c3afcc4d7_0_45024"/>
            <p:cNvSpPr/>
            <p:nvPr/>
          </p:nvSpPr>
          <p:spPr>
            <a:xfrm>
              <a:off x="3981450" y="541338"/>
              <a:ext cx="180975" cy="282575"/>
            </a:xfrm>
            <a:custGeom>
              <a:avLst/>
              <a:gdLst/>
              <a:ahLst/>
              <a:cxnLst/>
              <a:rect l="l" t="t" r="r" b="b"/>
              <a:pathLst>
                <a:path w="93" h="144" extrusionOk="0">
                  <a:moveTo>
                    <a:pt x="46" y="0"/>
                  </a:moveTo>
                  <a:cubicBezTo>
                    <a:pt x="74" y="0"/>
                    <a:pt x="93" y="18"/>
                    <a:pt x="93" y="45"/>
                  </a:cubicBezTo>
                  <a:cubicBezTo>
                    <a:pt x="93" y="72"/>
                    <a:pt x="73" y="90"/>
                    <a:pt x="46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144"/>
                    <a:pt x="29" y="144"/>
                    <a:pt x="29" y="14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46" y="0"/>
                  </a:lnTo>
                  <a:close/>
                  <a:moveTo>
                    <a:pt x="63" y="45"/>
                  </a:moveTo>
                  <a:cubicBezTo>
                    <a:pt x="63" y="33"/>
                    <a:pt x="54" y="25"/>
                    <a:pt x="42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42" y="65"/>
                    <a:pt x="42" y="65"/>
                    <a:pt x="42" y="65"/>
                  </a:cubicBezTo>
                  <a:cubicBezTo>
                    <a:pt x="54" y="65"/>
                    <a:pt x="63" y="57"/>
                    <a:pt x="63" y="45"/>
                  </a:cubicBezTo>
                  <a:close/>
                </a:path>
              </a:pathLst>
            </a:custGeom>
            <a:solidFill>
              <a:srgbClr val="5926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20c3afcc4d7_0_45024"/>
            <p:cNvSpPr/>
            <p:nvPr/>
          </p:nvSpPr>
          <p:spPr>
            <a:xfrm>
              <a:off x="4170363" y="536576"/>
              <a:ext cx="230187" cy="290513"/>
            </a:xfrm>
            <a:custGeom>
              <a:avLst/>
              <a:gdLst/>
              <a:ahLst/>
              <a:cxnLst/>
              <a:rect l="l" t="t" r="r" b="b"/>
              <a:pathLst>
                <a:path w="119" h="148" extrusionOk="0">
                  <a:moveTo>
                    <a:pt x="0" y="74"/>
                  </a:moveTo>
                  <a:cubicBezTo>
                    <a:pt x="0" y="32"/>
                    <a:pt x="32" y="0"/>
                    <a:pt x="75" y="0"/>
                  </a:cubicBezTo>
                  <a:cubicBezTo>
                    <a:pt x="94" y="0"/>
                    <a:pt x="108" y="6"/>
                    <a:pt x="117" y="13"/>
                  </a:cubicBezTo>
                  <a:cubicBezTo>
                    <a:pt x="109" y="38"/>
                    <a:pt x="109" y="38"/>
                    <a:pt x="109" y="38"/>
                  </a:cubicBezTo>
                  <a:cubicBezTo>
                    <a:pt x="102" y="33"/>
                    <a:pt x="89" y="27"/>
                    <a:pt x="75" y="27"/>
                  </a:cubicBezTo>
                  <a:cubicBezTo>
                    <a:pt x="49" y="27"/>
                    <a:pt x="30" y="47"/>
                    <a:pt x="30" y="74"/>
                  </a:cubicBezTo>
                  <a:cubicBezTo>
                    <a:pt x="30" y="102"/>
                    <a:pt x="49" y="121"/>
                    <a:pt x="75" y="121"/>
                  </a:cubicBezTo>
                  <a:cubicBezTo>
                    <a:pt x="90" y="121"/>
                    <a:pt x="104" y="114"/>
                    <a:pt x="110" y="110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10" y="141"/>
                    <a:pt x="96" y="148"/>
                    <a:pt x="75" y="148"/>
                  </a:cubicBezTo>
                  <a:cubicBezTo>
                    <a:pt x="30" y="148"/>
                    <a:pt x="0" y="116"/>
                    <a:pt x="0" y="74"/>
                  </a:cubicBezTo>
                  <a:close/>
                </a:path>
              </a:pathLst>
            </a:custGeom>
            <a:solidFill>
              <a:srgbClr val="5926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20c3afcc4d7_0_45024"/>
            <p:cNvSpPr/>
            <p:nvPr/>
          </p:nvSpPr>
          <p:spPr>
            <a:xfrm>
              <a:off x="4425950" y="541338"/>
              <a:ext cx="147637" cy="282575"/>
            </a:xfrm>
            <a:custGeom>
              <a:avLst/>
              <a:gdLst/>
              <a:ahLst/>
              <a:cxnLst/>
              <a:rect l="l" t="t" r="r" b="b"/>
              <a:pathLst>
                <a:path w="93" h="178" extrusionOk="0">
                  <a:moveTo>
                    <a:pt x="91" y="0"/>
                  </a:moveTo>
                  <a:lnTo>
                    <a:pt x="91" y="32"/>
                  </a:lnTo>
                  <a:lnTo>
                    <a:pt x="36" y="32"/>
                  </a:lnTo>
                  <a:lnTo>
                    <a:pt x="36" y="71"/>
                  </a:lnTo>
                  <a:lnTo>
                    <a:pt x="82" y="71"/>
                  </a:lnTo>
                  <a:lnTo>
                    <a:pt x="82" y="103"/>
                  </a:lnTo>
                  <a:lnTo>
                    <a:pt x="36" y="103"/>
                  </a:lnTo>
                  <a:lnTo>
                    <a:pt x="36" y="145"/>
                  </a:lnTo>
                  <a:lnTo>
                    <a:pt x="93" y="145"/>
                  </a:lnTo>
                  <a:lnTo>
                    <a:pt x="93" y="178"/>
                  </a:lnTo>
                  <a:lnTo>
                    <a:pt x="0" y="178"/>
                  </a:lnTo>
                  <a:lnTo>
                    <a:pt x="0" y="0"/>
                  </a:lnTo>
                  <a:lnTo>
                    <a:pt x="91" y="0"/>
                  </a:lnTo>
                  <a:close/>
                </a:path>
              </a:pathLst>
            </a:custGeom>
            <a:solidFill>
              <a:srgbClr val="5926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20c3afcc4d7_0_45024"/>
            <p:cNvSpPr/>
            <p:nvPr/>
          </p:nvSpPr>
          <p:spPr>
            <a:xfrm>
              <a:off x="288926" y="452438"/>
              <a:ext cx="173037" cy="371475"/>
            </a:xfrm>
            <a:custGeom>
              <a:avLst/>
              <a:gdLst/>
              <a:ahLst/>
              <a:cxnLst/>
              <a:rect l="l" t="t" r="r" b="b"/>
              <a:pathLst>
                <a:path w="109" h="234" extrusionOk="0">
                  <a:moveTo>
                    <a:pt x="17" y="0"/>
                  </a:moveTo>
                  <a:lnTo>
                    <a:pt x="17" y="218"/>
                  </a:lnTo>
                  <a:lnTo>
                    <a:pt x="109" y="218"/>
                  </a:lnTo>
                  <a:lnTo>
                    <a:pt x="109" y="234"/>
                  </a:lnTo>
                  <a:lnTo>
                    <a:pt x="0" y="234"/>
                  </a:ln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g20c3afcc4d7_0_45024"/>
            <p:cNvSpPr/>
            <p:nvPr/>
          </p:nvSpPr>
          <p:spPr>
            <a:xfrm>
              <a:off x="482600" y="541338"/>
              <a:ext cx="207962" cy="287338"/>
            </a:xfrm>
            <a:custGeom>
              <a:avLst/>
              <a:gdLst/>
              <a:ahLst/>
              <a:cxnLst/>
              <a:rect l="l" t="t" r="r" b="b"/>
              <a:pathLst>
                <a:path w="107" h="147" extrusionOk="0">
                  <a:moveTo>
                    <a:pt x="54" y="55"/>
                  </a:moveTo>
                  <a:cubicBezTo>
                    <a:pt x="73" y="55"/>
                    <a:pt x="87" y="63"/>
                    <a:pt x="94" y="70"/>
                  </a:cubicBezTo>
                  <a:cubicBezTo>
                    <a:pt x="94" y="49"/>
                    <a:pt x="94" y="49"/>
                    <a:pt x="94" y="49"/>
                  </a:cubicBezTo>
                  <a:cubicBezTo>
                    <a:pt x="94" y="26"/>
                    <a:pt x="78" y="13"/>
                    <a:pt x="55" y="13"/>
                  </a:cubicBezTo>
                  <a:cubicBezTo>
                    <a:pt x="37" y="13"/>
                    <a:pt x="22" y="20"/>
                    <a:pt x="12" y="26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4" y="10"/>
                    <a:pt x="33" y="0"/>
                    <a:pt x="56" y="0"/>
                  </a:cubicBezTo>
                  <a:cubicBezTo>
                    <a:pt x="91" y="0"/>
                    <a:pt x="107" y="21"/>
                    <a:pt x="107" y="50"/>
                  </a:cubicBezTo>
                  <a:cubicBezTo>
                    <a:pt x="107" y="144"/>
                    <a:pt x="107" y="144"/>
                    <a:pt x="107" y="144"/>
                  </a:cubicBezTo>
                  <a:cubicBezTo>
                    <a:pt x="96" y="144"/>
                    <a:pt x="96" y="144"/>
                    <a:pt x="96" y="144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86" y="139"/>
                    <a:pt x="74" y="147"/>
                    <a:pt x="54" y="147"/>
                  </a:cubicBezTo>
                  <a:cubicBezTo>
                    <a:pt x="22" y="147"/>
                    <a:pt x="0" y="127"/>
                    <a:pt x="0" y="101"/>
                  </a:cubicBezTo>
                  <a:cubicBezTo>
                    <a:pt x="0" y="75"/>
                    <a:pt x="23" y="55"/>
                    <a:pt x="54" y="55"/>
                  </a:cubicBezTo>
                  <a:close/>
                  <a:moveTo>
                    <a:pt x="54" y="135"/>
                  </a:moveTo>
                  <a:cubicBezTo>
                    <a:pt x="78" y="135"/>
                    <a:pt x="94" y="120"/>
                    <a:pt x="94" y="101"/>
                  </a:cubicBezTo>
                  <a:cubicBezTo>
                    <a:pt x="94" y="81"/>
                    <a:pt x="79" y="68"/>
                    <a:pt x="54" y="68"/>
                  </a:cubicBezTo>
                  <a:cubicBezTo>
                    <a:pt x="29" y="68"/>
                    <a:pt x="14" y="82"/>
                    <a:pt x="14" y="101"/>
                  </a:cubicBezTo>
                  <a:cubicBezTo>
                    <a:pt x="14" y="119"/>
                    <a:pt x="29" y="135"/>
                    <a:pt x="54" y="13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20c3afcc4d7_0_45024"/>
            <p:cNvSpPr/>
            <p:nvPr/>
          </p:nvSpPr>
          <p:spPr>
            <a:xfrm>
              <a:off x="1150938" y="727076"/>
              <a:ext cx="82550" cy="73025"/>
            </a:xfrm>
            <a:custGeom>
              <a:avLst/>
              <a:gdLst/>
              <a:ahLst/>
              <a:cxnLst/>
              <a:rect l="l" t="t" r="r" b="b"/>
              <a:pathLst>
                <a:path w="43" h="37" extrusionOk="0">
                  <a:moveTo>
                    <a:pt x="10" y="11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7" y="16"/>
                    <a:pt x="4" y="21"/>
                    <a:pt x="0" y="25"/>
                  </a:cubicBezTo>
                  <a:cubicBezTo>
                    <a:pt x="9" y="32"/>
                    <a:pt x="20" y="36"/>
                    <a:pt x="33" y="37"/>
                  </a:cubicBezTo>
                  <a:cubicBezTo>
                    <a:pt x="35" y="33"/>
                    <a:pt x="37" y="30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3" y="18"/>
                    <a:pt x="40" y="9"/>
                    <a:pt x="33" y="5"/>
                  </a:cubicBezTo>
                  <a:cubicBezTo>
                    <a:pt x="25" y="0"/>
                    <a:pt x="15" y="3"/>
                    <a:pt x="10" y="11"/>
                  </a:cubicBezTo>
                  <a:close/>
                </a:path>
              </a:pathLst>
            </a:custGeom>
            <a:solidFill>
              <a:srgbClr val="B3438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20c3afcc4d7_0_45024"/>
            <p:cNvSpPr/>
            <p:nvPr/>
          </p:nvSpPr>
          <p:spPr>
            <a:xfrm>
              <a:off x="865188" y="493713"/>
              <a:ext cx="358775" cy="388938"/>
            </a:xfrm>
            <a:custGeom>
              <a:avLst/>
              <a:gdLst/>
              <a:ahLst/>
              <a:cxnLst/>
              <a:rect l="l" t="t" r="r" b="b"/>
              <a:pathLst>
                <a:path w="185" h="198" extrusionOk="0">
                  <a:moveTo>
                    <a:pt x="96" y="165"/>
                  </a:moveTo>
                  <a:cubicBezTo>
                    <a:pt x="61" y="163"/>
                    <a:pt x="33" y="134"/>
                    <a:pt x="33" y="99"/>
                  </a:cubicBezTo>
                  <a:cubicBezTo>
                    <a:pt x="33" y="62"/>
                    <a:pt x="62" y="33"/>
                    <a:pt x="99" y="33"/>
                  </a:cubicBezTo>
                  <a:cubicBezTo>
                    <a:pt x="121" y="33"/>
                    <a:pt x="141" y="44"/>
                    <a:pt x="153" y="61"/>
                  </a:cubicBezTo>
                  <a:cubicBezTo>
                    <a:pt x="158" y="68"/>
                    <a:pt x="167" y="70"/>
                    <a:pt x="175" y="66"/>
                  </a:cubicBezTo>
                  <a:cubicBezTo>
                    <a:pt x="183" y="62"/>
                    <a:pt x="185" y="51"/>
                    <a:pt x="181" y="43"/>
                  </a:cubicBezTo>
                  <a:cubicBezTo>
                    <a:pt x="181" y="43"/>
                    <a:pt x="181" y="43"/>
                    <a:pt x="181" y="43"/>
                  </a:cubicBezTo>
                  <a:cubicBezTo>
                    <a:pt x="163" y="17"/>
                    <a:pt x="133" y="0"/>
                    <a:pt x="99" y="0"/>
                  </a:cubicBezTo>
                  <a:cubicBezTo>
                    <a:pt x="44" y="0"/>
                    <a:pt x="0" y="44"/>
                    <a:pt x="0" y="99"/>
                  </a:cubicBezTo>
                  <a:cubicBezTo>
                    <a:pt x="0" y="153"/>
                    <a:pt x="44" y="198"/>
                    <a:pt x="99" y="198"/>
                  </a:cubicBezTo>
                  <a:cubicBezTo>
                    <a:pt x="109" y="198"/>
                    <a:pt x="119" y="196"/>
                    <a:pt x="129" y="193"/>
                  </a:cubicBezTo>
                  <a:cubicBezTo>
                    <a:pt x="116" y="186"/>
                    <a:pt x="105" y="176"/>
                    <a:pt x="96" y="165"/>
                  </a:cubicBezTo>
                  <a:close/>
                </a:path>
              </a:pathLst>
            </a:custGeom>
            <a:solidFill>
              <a:srgbClr val="B3438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20c3afcc4d7_0_45024"/>
            <p:cNvSpPr/>
            <p:nvPr/>
          </p:nvSpPr>
          <p:spPr>
            <a:xfrm>
              <a:off x="1023938" y="493713"/>
              <a:ext cx="387350" cy="388938"/>
            </a:xfrm>
            <a:custGeom>
              <a:avLst/>
              <a:gdLst/>
              <a:ahLst/>
              <a:cxnLst/>
              <a:rect l="l" t="t" r="r" b="b"/>
              <a:pathLst>
                <a:path w="199" h="198" extrusionOk="0">
                  <a:moveTo>
                    <a:pt x="100" y="0"/>
                  </a:moveTo>
                  <a:cubicBezTo>
                    <a:pt x="89" y="0"/>
                    <a:pt x="79" y="1"/>
                    <a:pt x="69" y="4"/>
                  </a:cubicBezTo>
                  <a:cubicBezTo>
                    <a:pt x="82" y="12"/>
                    <a:pt x="93" y="21"/>
                    <a:pt x="102" y="33"/>
                  </a:cubicBezTo>
                  <a:cubicBezTo>
                    <a:pt x="137" y="34"/>
                    <a:pt x="165" y="63"/>
                    <a:pt x="165" y="99"/>
                  </a:cubicBezTo>
                  <a:cubicBezTo>
                    <a:pt x="165" y="135"/>
                    <a:pt x="136" y="165"/>
                    <a:pt x="100" y="165"/>
                  </a:cubicBezTo>
                  <a:cubicBezTo>
                    <a:pt x="63" y="165"/>
                    <a:pt x="34" y="135"/>
                    <a:pt x="34" y="99"/>
                  </a:cubicBezTo>
                  <a:cubicBezTo>
                    <a:pt x="34" y="81"/>
                    <a:pt x="40" y="65"/>
                    <a:pt x="51" y="54"/>
                  </a:cubicBezTo>
                  <a:cubicBezTo>
                    <a:pt x="42" y="47"/>
                    <a:pt x="31" y="42"/>
                    <a:pt x="19" y="42"/>
                  </a:cubicBezTo>
                  <a:cubicBezTo>
                    <a:pt x="7" y="58"/>
                    <a:pt x="0" y="78"/>
                    <a:pt x="0" y="99"/>
                  </a:cubicBezTo>
                  <a:cubicBezTo>
                    <a:pt x="0" y="153"/>
                    <a:pt x="45" y="198"/>
                    <a:pt x="100" y="198"/>
                  </a:cubicBezTo>
                  <a:cubicBezTo>
                    <a:pt x="154" y="198"/>
                    <a:pt x="199" y="153"/>
                    <a:pt x="199" y="99"/>
                  </a:cubicBezTo>
                  <a:cubicBezTo>
                    <a:pt x="199" y="44"/>
                    <a:pt x="154" y="0"/>
                    <a:pt x="100" y="0"/>
                  </a:cubicBezTo>
                  <a:close/>
                </a:path>
              </a:pathLst>
            </a:custGeom>
            <a:solidFill>
              <a:srgbClr val="5926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g20c3afcc4d7_0_45024"/>
          <p:cNvSpPr/>
          <p:nvPr/>
        </p:nvSpPr>
        <p:spPr>
          <a:xfrm>
            <a:off x="0" y="-15400"/>
            <a:ext cx="9144000" cy="51897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7/ Slide vide fond clair">
  <p:cSld name="17/ Slide vide fond clair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0c3afcc4d7_0_45056"/>
          <p:cNvSpPr txBox="1">
            <a:spLocks noGrp="1"/>
          </p:cNvSpPr>
          <p:nvPr>
            <p:ph type="sldNum" idx="12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accent2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/ Titre, sous-titre et contenu">
  <p:cSld name="02/ Titre, sous-titre et contenu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0c3afcc4d7_0_45059"/>
          <p:cNvSpPr txBox="1">
            <a:spLocks noGrp="1"/>
          </p:cNvSpPr>
          <p:nvPr>
            <p:ph type="body" idx="1"/>
          </p:nvPr>
        </p:nvSpPr>
        <p:spPr>
          <a:xfrm>
            <a:off x="508001" y="1059657"/>
            <a:ext cx="8132700" cy="3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๏"/>
              <a:defRPr sz="1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29718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80"/>
              <a:buFont typeface="Century Gothic"/>
              <a:buChar char="&lt;"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8448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80"/>
              <a:buFont typeface="Century Gothic"/>
              <a:buChar char="+"/>
              <a:defRPr sz="11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ourier New"/>
              <a:buChar char="o"/>
              <a:defRPr sz="1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○"/>
              <a:defRPr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○"/>
              <a:defRPr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○"/>
              <a:defRPr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○"/>
              <a:defRPr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○"/>
              <a:defRPr b="0" i="0" u="none" strike="noStrike" cap="none"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13" name="Google Shape;113;g20c3afcc4d7_0_45059"/>
          <p:cNvSpPr txBox="1">
            <a:spLocks noGrp="1"/>
          </p:cNvSpPr>
          <p:nvPr>
            <p:ph type="sldNum" idx="12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g20c3afcc4d7_0_45059"/>
          <p:cNvSpPr txBox="1">
            <a:spLocks noGrp="1"/>
          </p:cNvSpPr>
          <p:nvPr>
            <p:ph type="title"/>
          </p:nvPr>
        </p:nvSpPr>
        <p:spPr>
          <a:xfrm>
            <a:off x="510103" y="86636"/>
            <a:ext cx="8132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entury Gothic"/>
              <a:buNone/>
              <a:defRPr sz="21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g20c3afcc4d7_0_45059"/>
          <p:cNvSpPr txBox="1">
            <a:spLocks noGrp="1"/>
          </p:cNvSpPr>
          <p:nvPr>
            <p:ph type="subTitle" idx="2"/>
          </p:nvPr>
        </p:nvSpPr>
        <p:spPr>
          <a:xfrm>
            <a:off x="505650" y="411225"/>
            <a:ext cx="8132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lt2"/>
                </a:solidFill>
              </a:defRPr>
            </a:lvl1pPr>
            <a:lvl2pPr lvl="1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  <a:defRPr/>
            </a:lvl2pPr>
            <a:lvl3pPr lvl="2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80"/>
              <a:buNone/>
              <a:defRPr/>
            </a:lvl3pPr>
            <a:lvl4pPr lvl="3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7_Disposition personnalisée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0c3afcc4d7_0_45064"/>
          <p:cNvSpPr txBox="1">
            <a:spLocks noGrp="1"/>
          </p:cNvSpPr>
          <p:nvPr>
            <p:ph type="title"/>
          </p:nvPr>
        </p:nvSpPr>
        <p:spPr>
          <a:xfrm>
            <a:off x="503238" y="181786"/>
            <a:ext cx="813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g20c3afcc4d7_0_45064"/>
          <p:cNvSpPr txBox="1">
            <a:spLocks noGrp="1"/>
          </p:cNvSpPr>
          <p:nvPr>
            <p:ph type="body" idx="1"/>
          </p:nvPr>
        </p:nvSpPr>
        <p:spPr>
          <a:xfrm>
            <a:off x="503238" y="766764"/>
            <a:ext cx="8137500" cy="38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SzPts val="1440"/>
              <a:buChar char="๏"/>
              <a:defRPr/>
            </a:lvl1pPr>
            <a:lvl2pPr marL="914400" lvl="1" indent="-320040" algn="l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SzPts val="1440"/>
              <a:buChar char="&gt;"/>
              <a:defRPr/>
            </a:lvl2pPr>
            <a:lvl3pPr marL="1371600" lvl="2" indent="-330200" algn="l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SzPts val="1600"/>
              <a:buChar char="+"/>
              <a:defRPr/>
            </a:lvl3pPr>
            <a:lvl4pPr marL="1828800" lvl="3" indent="-285750" algn="l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SzPts val="900"/>
              <a:buChar char="o"/>
              <a:defRPr/>
            </a:lvl4pPr>
            <a:lvl5pPr marL="2286000" lvl="4" indent="-320039" algn="l">
              <a:lnSpc>
                <a:spcPct val="100000"/>
              </a:lnSpc>
              <a:spcBef>
                <a:spcPts val="388"/>
              </a:spcBef>
              <a:spcAft>
                <a:spcPts val="0"/>
              </a:spcAft>
              <a:buSzPts val="1440"/>
              <a:buChar char="○"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7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6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6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20c3afcc4d7_0_45064"/>
          <p:cNvSpPr txBox="1">
            <a:spLocks noGrp="1"/>
          </p:cNvSpPr>
          <p:nvPr>
            <p:ph type="sldNum" idx="12"/>
          </p:nvPr>
        </p:nvSpPr>
        <p:spPr>
          <a:xfrm>
            <a:off x="8786812" y="4862513"/>
            <a:ext cx="357300" cy="1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20c3afcc4d7_0_45064"/>
          <p:cNvSpPr txBox="1">
            <a:spLocks noGrp="1"/>
          </p:cNvSpPr>
          <p:nvPr>
            <p:ph type="ftr" idx="11"/>
          </p:nvPr>
        </p:nvSpPr>
        <p:spPr>
          <a:xfrm>
            <a:off x="5292725" y="4870847"/>
            <a:ext cx="3348000" cy="1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0c3afcc4d7_0_45076"/>
          <p:cNvSpPr txBox="1">
            <a:spLocks noGrp="1"/>
          </p:cNvSpPr>
          <p:nvPr>
            <p:ph type="title"/>
          </p:nvPr>
        </p:nvSpPr>
        <p:spPr>
          <a:xfrm>
            <a:off x="655350" y="1918050"/>
            <a:ext cx="65511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 b="1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entury Gothic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g20c3afcc4d7_0_45076"/>
          <p:cNvSpPr txBox="1">
            <a:spLocks noGrp="1"/>
          </p:cNvSpPr>
          <p:nvPr>
            <p:ph type="body" idx="1"/>
          </p:nvPr>
        </p:nvSpPr>
        <p:spPr>
          <a:xfrm>
            <a:off x="655350" y="766125"/>
            <a:ext cx="9498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3000" b="1" i="0" u="none" strike="noStrike" cap="none"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&gt;"/>
              <a:defRPr>
                <a:solidFill>
                  <a:schemeClr val="lt1"/>
                </a:solidFill>
              </a:defRPr>
            </a:lvl2pPr>
            <a:lvl3pPr marL="1371600" lvl="2" indent="-2921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+"/>
              <a:defRPr>
                <a:solidFill>
                  <a:schemeClr val="lt1"/>
                </a:solidFill>
              </a:defRPr>
            </a:lvl3pPr>
            <a:lvl4pPr marL="1828800" lvl="3" indent="-2857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o"/>
              <a:defRPr>
                <a:solidFill>
                  <a:schemeClr val="lt1"/>
                </a:solidFill>
              </a:defRPr>
            </a:lvl4pPr>
            <a:lvl5pPr marL="2286000" lvl="4" indent="-2794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marL="2743200" lvl="5" indent="-27305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○"/>
              <a:defRPr>
                <a:solidFill>
                  <a:schemeClr val="lt1"/>
                </a:solidFill>
              </a:defRPr>
            </a:lvl6pPr>
            <a:lvl7pPr marL="3200400" lvl="6" indent="-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>
                <a:solidFill>
                  <a:schemeClr val="lt1"/>
                </a:solidFill>
              </a:defRPr>
            </a:lvl7pPr>
            <a:lvl8pPr marL="3657600" lvl="7" indent="-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>
                <a:solidFill>
                  <a:schemeClr val="lt1"/>
                </a:solidFill>
              </a:defRPr>
            </a:lvl8pPr>
            <a:lvl9pPr marL="4114800" lvl="8" indent="-2667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Char char="○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">
  <p:cSld name="TItre et sous-titr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0c3afcc4d7_0_45084"/>
          <p:cNvSpPr txBox="1">
            <a:spLocks noGrp="1"/>
          </p:cNvSpPr>
          <p:nvPr>
            <p:ph type="sldNum" idx="12"/>
          </p:nvPr>
        </p:nvSpPr>
        <p:spPr>
          <a:xfrm>
            <a:off x="8737200" y="4873501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g20c3afcc4d7_0_45084"/>
          <p:cNvSpPr txBox="1">
            <a:spLocks noGrp="1"/>
          </p:cNvSpPr>
          <p:nvPr>
            <p:ph type="body" idx="1"/>
          </p:nvPr>
        </p:nvSpPr>
        <p:spPr>
          <a:xfrm>
            <a:off x="508002" y="525536"/>
            <a:ext cx="8133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1125" b="0" i="0">
                <a:solidFill>
                  <a:srgbClr val="00A9C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86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&gt;"/>
              <a:defRPr sz="1050">
                <a:solidFill>
                  <a:schemeClr val="accent1"/>
                </a:solidFill>
              </a:defRPr>
            </a:lvl2pPr>
            <a:lvl3pPr marL="1371600" lvl="2" indent="-28956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Char char="+"/>
              <a:defRPr sz="900">
                <a:solidFill>
                  <a:schemeClr val="accen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0"/>
              <a:buChar char="o"/>
              <a:defRPr sz="825">
                <a:solidFill>
                  <a:schemeClr val="accen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o"/>
              <a:defRPr sz="120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g20c3afcc4d7_0_45084"/>
          <p:cNvSpPr txBox="1">
            <a:spLocks noGrp="1"/>
          </p:cNvSpPr>
          <p:nvPr>
            <p:ph type="title"/>
          </p:nvPr>
        </p:nvSpPr>
        <p:spPr>
          <a:xfrm>
            <a:off x="508001" y="245011"/>
            <a:ext cx="813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, sous-titre et visuel">
  <p:cSld name="Titre, sous-titre et visuel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c3afcc4d7_0_45088"/>
          <p:cNvSpPr txBox="1">
            <a:spLocks noGrp="1"/>
          </p:cNvSpPr>
          <p:nvPr>
            <p:ph type="sldNum" idx="12"/>
          </p:nvPr>
        </p:nvSpPr>
        <p:spPr>
          <a:xfrm>
            <a:off x="8737200" y="4873501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g20c3afcc4d7_0_45088"/>
          <p:cNvSpPr>
            <a:spLocks noGrp="1"/>
          </p:cNvSpPr>
          <p:nvPr>
            <p:ph type="pic" idx="2"/>
          </p:nvPr>
        </p:nvSpPr>
        <p:spPr>
          <a:xfrm>
            <a:off x="-6213" y="817244"/>
            <a:ext cx="9144000" cy="3912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2" name="Google Shape;132;g20c3afcc4d7_0_45088"/>
          <p:cNvSpPr/>
          <p:nvPr/>
        </p:nvSpPr>
        <p:spPr>
          <a:xfrm>
            <a:off x="9246884" y="0"/>
            <a:ext cx="3421800" cy="1361100"/>
          </a:xfrm>
          <a:prstGeom prst="rect">
            <a:avLst/>
          </a:prstGeom>
          <a:solidFill>
            <a:schemeClr val="lt1">
              <a:alpha val="60000"/>
            </a:scheme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Notice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r>
              <a:rPr lang="en-US" sz="600" b="1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Texte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strike="noStrike" cap="none">
              <a:solidFill>
                <a:srgbClr val="0A1A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None/>
            </a:pPr>
            <a:r>
              <a:rPr lang="en-US" sz="600" b="1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Polices :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Char char="-"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Titre : Century Gothic BOLD– 21pts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270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Char char="-"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Sous-titre : Century Gothic NORMAL – 15pts</a:t>
            </a:r>
            <a:endParaRPr sz="600" b="0" i="0" u="none" strike="noStrike" cap="none">
              <a:solidFill>
                <a:srgbClr val="0A1A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2700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Char char="-"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Texte : Century Gothic NORMAL</a:t>
            </a:r>
            <a:endParaRPr sz="600" b="0" i="0" u="none" strike="noStrike" cap="none">
              <a:solidFill>
                <a:srgbClr val="0A1A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Niv1– 14pts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Niv2– 12pts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Niv3– 11pts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85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1A4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rgbClr val="0A1A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Niv4– 10pts</a:t>
            </a:r>
            <a:endParaRPr sz="600" b="0" i="0" u="none" strike="noStrike" cap="none">
              <a:solidFill>
                <a:srgbClr val="0A1A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3" name="Google Shape;133;g20c3afcc4d7_0_45088"/>
          <p:cNvSpPr txBox="1">
            <a:spLocks noGrp="1"/>
          </p:cNvSpPr>
          <p:nvPr>
            <p:ph type="title"/>
          </p:nvPr>
        </p:nvSpPr>
        <p:spPr>
          <a:xfrm>
            <a:off x="508001" y="245011"/>
            <a:ext cx="8132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g20c3afcc4d7_0_45088"/>
          <p:cNvSpPr txBox="1">
            <a:spLocks noGrp="1"/>
          </p:cNvSpPr>
          <p:nvPr>
            <p:ph type="body" idx="1"/>
          </p:nvPr>
        </p:nvSpPr>
        <p:spPr>
          <a:xfrm>
            <a:off x="508002" y="525536"/>
            <a:ext cx="81327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4275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1100" b="0" i="0">
                <a:solidFill>
                  <a:srgbClr val="00A9C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857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Char char="&gt;"/>
              <a:defRPr sz="1100">
                <a:solidFill>
                  <a:schemeClr val="accent1"/>
                </a:solidFill>
              </a:defRPr>
            </a:lvl2pPr>
            <a:lvl3pPr marL="1371600" lvl="2" indent="-2730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00"/>
              <a:buChar char="+"/>
              <a:defRPr sz="900">
                <a:solidFill>
                  <a:schemeClr val="accent1"/>
                </a:solidFill>
              </a:defRPr>
            </a:lvl3pPr>
            <a:lvl4pPr marL="1828800" lvl="3" indent="-279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800"/>
              <a:buChar char="o"/>
              <a:defRPr sz="800">
                <a:solidFill>
                  <a:schemeClr val="accent1"/>
                </a:solidFill>
              </a:defRPr>
            </a:lvl4pPr>
            <a:lvl5pPr marL="2286000" lvl="4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o"/>
              <a:defRPr sz="1200">
                <a:solidFill>
                  <a:schemeClr val="accent1"/>
                </a:solidFill>
              </a:defRPr>
            </a:lvl5pPr>
            <a:lvl6pPr marL="2743200" lvl="5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o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g20c3afcc4d7_0_45088"/>
          <p:cNvSpPr/>
          <p:nvPr/>
        </p:nvSpPr>
        <p:spPr>
          <a:xfrm>
            <a:off x="431432" y="4886532"/>
            <a:ext cx="1846800" cy="1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Century Gothic"/>
              <a:buNone/>
            </a:pPr>
            <a:r>
              <a:rPr lang="en-US" sz="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OCTO Part of Accenture Digital © 2019 - All rights reserved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g20c3afcc4d7_0_450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35865" y="4844692"/>
            <a:ext cx="6165078" cy="223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position personnalisée">
  <p:cSld name="2_Disposition personnalisé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0c3afcc4d7_0_45098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20c3afcc4d7_0_45098"/>
          <p:cNvSpPr txBox="1">
            <a:spLocks noGrp="1"/>
          </p:cNvSpPr>
          <p:nvPr>
            <p:ph type="body" idx="1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20c3afcc4d7_0_45098"/>
          <p:cNvSpPr txBox="1">
            <a:spLocks noGrp="1"/>
          </p:cNvSpPr>
          <p:nvPr>
            <p:ph type="body" idx="2"/>
          </p:nvPr>
        </p:nvSpPr>
        <p:spPr>
          <a:xfrm>
            <a:off x="899592" y="1131589"/>
            <a:ext cx="7704900" cy="3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ʘ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position personnalisée 1">
  <p:cSld name="6_Disposition personnalisée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0c3afcc4d7_0_45102"/>
          <p:cNvSpPr txBox="1">
            <a:spLocks noGrp="1"/>
          </p:cNvSpPr>
          <p:nvPr>
            <p:ph type="body" idx="1"/>
          </p:nvPr>
        </p:nvSpPr>
        <p:spPr>
          <a:xfrm>
            <a:off x="900113" y="1131888"/>
            <a:ext cx="36006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g20c3afcc4d7_0_45102"/>
          <p:cNvSpPr txBox="1">
            <a:spLocks noGrp="1"/>
          </p:cNvSpPr>
          <p:nvPr>
            <p:ph type="body" idx="2"/>
          </p:nvPr>
        </p:nvSpPr>
        <p:spPr>
          <a:xfrm>
            <a:off x="4716463" y="1131888"/>
            <a:ext cx="38877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g20c3afcc4d7_0_45102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g20c3afcc4d7_0_45102"/>
          <p:cNvSpPr txBox="1">
            <a:spLocks noGrp="1"/>
          </p:cNvSpPr>
          <p:nvPr>
            <p:ph type="body" idx="3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position personnalisée 2">
  <p:cSld name="6_Disposition personnalisée_2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0c3afcc4d7_0_45107"/>
          <p:cNvSpPr txBox="1">
            <a:spLocks noGrp="1"/>
          </p:cNvSpPr>
          <p:nvPr>
            <p:ph type="body" idx="1"/>
          </p:nvPr>
        </p:nvSpPr>
        <p:spPr>
          <a:xfrm>
            <a:off x="900113" y="1131888"/>
            <a:ext cx="36006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g20c3afcc4d7_0_45107"/>
          <p:cNvSpPr txBox="1">
            <a:spLocks noGrp="1"/>
          </p:cNvSpPr>
          <p:nvPr>
            <p:ph type="body" idx="2"/>
          </p:nvPr>
        </p:nvSpPr>
        <p:spPr>
          <a:xfrm>
            <a:off x="4716463" y="1131888"/>
            <a:ext cx="38877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g20c3afcc4d7_0_45107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g20c3afcc4d7_0_45107"/>
          <p:cNvSpPr txBox="1">
            <a:spLocks noGrp="1"/>
          </p:cNvSpPr>
          <p:nvPr>
            <p:ph type="body" idx="3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, sous titre et contenu">
  <p:cSld name="1_Titre, sous titre et contenu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0c3afcc4d7_0_45112"/>
          <p:cNvSpPr txBox="1">
            <a:spLocks noGrp="1"/>
          </p:cNvSpPr>
          <p:nvPr>
            <p:ph type="title"/>
          </p:nvPr>
        </p:nvSpPr>
        <p:spPr>
          <a:xfrm>
            <a:off x="503240" y="181786"/>
            <a:ext cx="813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sz="17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458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4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D60"/>
              </a:buClr>
              <a:buSzPts val="1100"/>
              <a:buFont typeface="Arial"/>
              <a:buNone/>
              <a:defRPr sz="2700" b="0" i="0" u="none" strike="noStrike" cap="none">
                <a:solidFill>
                  <a:srgbClr val="002D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g20c3afcc4d7_0_45112"/>
          <p:cNvSpPr txBox="1">
            <a:spLocks noGrp="1"/>
          </p:cNvSpPr>
          <p:nvPr>
            <p:ph type="body" idx="1"/>
          </p:nvPr>
        </p:nvSpPr>
        <p:spPr>
          <a:xfrm>
            <a:off x="503240" y="1134666"/>
            <a:ext cx="8137500" cy="35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Noto Sans"/>
              <a:buChar char="◉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&gt;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+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◦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-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g20c3afcc4d7_0_45112"/>
          <p:cNvSpPr txBox="1">
            <a:spLocks noGrp="1"/>
          </p:cNvSpPr>
          <p:nvPr>
            <p:ph type="body" idx="2"/>
          </p:nvPr>
        </p:nvSpPr>
        <p:spPr>
          <a:xfrm>
            <a:off x="506350" y="478871"/>
            <a:ext cx="81360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Arial"/>
              <a:buNone/>
              <a:defRPr sz="1700" b="0" i="0" u="none" strike="noStrike" cap="none">
                <a:solidFill>
                  <a:srgbClr val="00A9C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&gt;"/>
              <a:defRPr sz="11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+"/>
              <a:defRPr sz="9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◦"/>
              <a:defRPr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A9C5"/>
              </a:buClr>
              <a:buSzPts val="1000"/>
              <a:buFont typeface="Merriweather Sans"/>
              <a:buChar char="-"/>
              <a:defRPr sz="1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C4C4C"/>
              </a:buClr>
              <a:buSzPts val="1100"/>
              <a:buFont typeface="Arial"/>
              <a:buNone/>
              <a:defRPr sz="1200" b="0" i="0" u="none" strike="noStrike" cap="none">
                <a:solidFill>
                  <a:srgbClr val="4C4C4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g20c3afcc4d7_0_45112"/>
          <p:cNvSpPr txBox="1">
            <a:spLocks noGrp="1"/>
          </p:cNvSpPr>
          <p:nvPr>
            <p:ph type="sldNum" idx="12"/>
          </p:nvPr>
        </p:nvSpPr>
        <p:spPr>
          <a:xfrm>
            <a:off x="8845125" y="4867938"/>
            <a:ext cx="3453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Helvetica Neue"/>
              <a:buNone/>
              <a:defRPr sz="7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>
  <p:cSld name="Titre seul 2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0c3afcc4d7_0_45117"/>
          <p:cNvSpPr txBox="1">
            <a:spLocks noGrp="1"/>
          </p:cNvSpPr>
          <p:nvPr>
            <p:ph type="title"/>
          </p:nvPr>
        </p:nvSpPr>
        <p:spPr>
          <a:xfrm>
            <a:off x="900385" y="195486"/>
            <a:ext cx="7704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/ TItre seul, sans ligne">
  <p:cSld name="04/ TItre seul, sans lign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0c3afcc4d7_0_45119"/>
          <p:cNvSpPr txBox="1">
            <a:spLocks noGrp="1"/>
          </p:cNvSpPr>
          <p:nvPr>
            <p:ph type="sldNum" idx="12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g20c3afcc4d7_0_45119"/>
          <p:cNvSpPr txBox="1">
            <a:spLocks noGrp="1"/>
          </p:cNvSpPr>
          <p:nvPr>
            <p:ph type="title"/>
          </p:nvPr>
        </p:nvSpPr>
        <p:spPr>
          <a:xfrm>
            <a:off x="510103" y="86636"/>
            <a:ext cx="8132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entury Gothic"/>
              <a:buNone/>
              <a:defRPr sz="21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1" name="Google Shape;161;g20c3afcc4d7_0_45119"/>
          <p:cNvSpPr/>
          <p:nvPr/>
        </p:nvSpPr>
        <p:spPr>
          <a:xfrm>
            <a:off x="445950" y="750500"/>
            <a:ext cx="8252100" cy="15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, sans ligne">
  <p:cSld name="TItre et sous-titre, sans ligne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0c3afcc4d7_0_45123"/>
          <p:cNvSpPr txBox="1">
            <a:spLocks noGrp="1"/>
          </p:cNvSpPr>
          <p:nvPr>
            <p:ph type="sldNum" idx="12"/>
          </p:nvPr>
        </p:nvSpPr>
        <p:spPr>
          <a:xfrm>
            <a:off x="8737200" y="4873501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g20c3afcc4d7_0_45123"/>
          <p:cNvSpPr txBox="1">
            <a:spLocks noGrp="1"/>
          </p:cNvSpPr>
          <p:nvPr>
            <p:ph type="body" idx="1"/>
          </p:nvPr>
        </p:nvSpPr>
        <p:spPr>
          <a:xfrm>
            <a:off x="508002" y="525536"/>
            <a:ext cx="8133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1125" b="0" i="0">
                <a:solidFill>
                  <a:srgbClr val="00A9C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86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&gt;"/>
              <a:defRPr sz="1050">
                <a:solidFill>
                  <a:schemeClr val="accent1"/>
                </a:solidFill>
              </a:defRPr>
            </a:lvl2pPr>
            <a:lvl3pPr marL="1371600" lvl="2" indent="-28956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Char char="+"/>
              <a:defRPr sz="900">
                <a:solidFill>
                  <a:schemeClr val="accen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0"/>
              <a:buChar char="o"/>
              <a:defRPr sz="825">
                <a:solidFill>
                  <a:schemeClr val="accen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Char char="o"/>
              <a:defRPr sz="120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g20c3afcc4d7_0_45123"/>
          <p:cNvSpPr txBox="1">
            <a:spLocks noGrp="1"/>
          </p:cNvSpPr>
          <p:nvPr>
            <p:ph type="title"/>
          </p:nvPr>
        </p:nvSpPr>
        <p:spPr>
          <a:xfrm>
            <a:off x="508001" y="245011"/>
            <a:ext cx="813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g20c3afcc4d7_0_45123"/>
          <p:cNvSpPr/>
          <p:nvPr/>
        </p:nvSpPr>
        <p:spPr>
          <a:xfrm>
            <a:off x="403411" y="762370"/>
            <a:ext cx="8384100" cy="8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position personnalisée">
  <p:cSld name="2_Disposition personnalisée 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0c3afcc4d7_0_45131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g20c3afcc4d7_0_45131"/>
          <p:cNvSpPr txBox="1">
            <a:spLocks noGrp="1"/>
          </p:cNvSpPr>
          <p:nvPr>
            <p:ph type="body" idx="1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g20c3afcc4d7_0_45131"/>
          <p:cNvSpPr txBox="1">
            <a:spLocks noGrp="1"/>
          </p:cNvSpPr>
          <p:nvPr>
            <p:ph type="body" idx="2"/>
          </p:nvPr>
        </p:nvSpPr>
        <p:spPr>
          <a:xfrm>
            <a:off x="899592" y="1131589"/>
            <a:ext cx="7704900" cy="3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ʘ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position personnalisée">
  <p:cSld name="4_Disposition personnalisée 2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0c3afcc4d7_0_45135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g20c3afcc4d7_0_45135"/>
          <p:cNvSpPr txBox="1">
            <a:spLocks noGrp="1"/>
          </p:cNvSpPr>
          <p:nvPr>
            <p:ph type="body" idx="1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position personnalisée 1">
  <p:cSld name="6_Disposition personnalisée_1 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0c3afcc4d7_0_45138"/>
          <p:cNvSpPr txBox="1">
            <a:spLocks noGrp="1"/>
          </p:cNvSpPr>
          <p:nvPr>
            <p:ph type="body" idx="1"/>
          </p:nvPr>
        </p:nvSpPr>
        <p:spPr>
          <a:xfrm>
            <a:off x="900113" y="1131888"/>
            <a:ext cx="36006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g20c3afcc4d7_0_45138"/>
          <p:cNvSpPr txBox="1">
            <a:spLocks noGrp="1"/>
          </p:cNvSpPr>
          <p:nvPr>
            <p:ph type="body" idx="2"/>
          </p:nvPr>
        </p:nvSpPr>
        <p:spPr>
          <a:xfrm>
            <a:off x="4716463" y="1131888"/>
            <a:ext cx="38877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g20c3afcc4d7_0_45138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g20c3afcc4d7_0_45138"/>
          <p:cNvSpPr txBox="1">
            <a:spLocks noGrp="1"/>
          </p:cNvSpPr>
          <p:nvPr>
            <p:ph type="body" idx="3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>
  <p:cSld name="Titre seul 2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0c3afcc4d7_0_45143"/>
          <p:cNvSpPr txBox="1">
            <a:spLocks noGrp="1"/>
          </p:cNvSpPr>
          <p:nvPr>
            <p:ph type="title"/>
          </p:nvPr>
        </p:nvSpPr>
        <p:spPr>
          <a:xfrm>
            <a:off x="900385" y="195486"/>
            <a:ext cx="7704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">
  <p:cSld name="TItre et sous-titre 2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0c3afcc4d7_0_45145"/>
          <p:cNvSpPr txBox="1">
            <a:spLocks noGrp="1"/>
          </p:cNvSpPr>
          <p:nvPr>
            <p:ph type="sldNum" idx="12"/>
          </p:nvPr>
        </p:nvSpPr>
        <p:spPr>
          <a:xfrm>
            <a:off x="8737200" y="4873501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g20c3afcc4d7_0_45145"/>
          <p:cNvSpPr txBox="1">
            <a:spLocks noGrp="1"/>
          </p:cNvSpPr>
          <p:nvPr>
            <p:ph type="body" idx="1"/>
          </p:nvPr>
        </p:nvSpPr>
        <p:spPr>
          <a:xfrm>
            <a:off x="508002" y="525536"/>
            <a:ext cx="8133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1125" b="0" i="0">
                <a:solidFill>
                  <a:srgbClr val="00A9C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86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&gt;"/>
              <a:defRPr sz="1050">
                <a:solidFill>
                  <a:schemeClr val="accent1"/>
                </a:solidFill>
              </a:defRPr>
            </a:lvl2pPr>
            <a:lvl3pPr marL="1371600" lvl="2" indent="-28956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Char char="+"/>
              <a:defRPr sz="900">
                <a:solidFill>
                  <a:schemeClr val="accen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0"/>
              <a:buChar char="o"/>
              <a:defRPr sz="825">
                <a:solidFill>
                  <a:schemeClr val="accen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o"/>
              <a:defRPr sz="120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g20c3afcc4d7_0_45145"/>
          <p:cNvSpPr txBox="1">
            <a:spLocks noGrp="1"/>
          </p:cNvSpPr>
          <p:nvPr>
            <p:ph type="title"/>
          </p:nvPr>
        </p:nvSpPr>
        <p:spPr>
          <a:xfrm>
            <a:off x="508001" y="245011"/>
            <a:ext cx="813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/ TItre seul, sans ligne">
  <p:cSld name="04/ TItre seul, sans ligne 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0c3afcc4d7_0_45149"/>
          <p:cNvSpPr txBox="1">
            <a:spLocks noGrp="1"/>
          </p:cNvSpPr>
          <p:nvPr>
            <p:ph type="sldNum" idx="12"/>
          </p:nvPr>
        </p:nvSpPr>
        <p:spPr>
          <a:xfrm>
            <a:off x="8787600" y="4886525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g20c3afcc4d7_0_45149"/>
          <p:cNvSpPr txBox="1">
            <a:spLocks noGrp="1"/>
          </p:cNvSpPr>
          <p:nvPr>
            <p:ph type="title"/>
          </p:nvPr>
        </p:nvSpPr>
        <p:spPr>
          <a:xfrm>
            <a:off x="510103" y="86636"/>
            <a:ext cx="81327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Century Gothic"/>
              <a:buNone/>
              <a:defRPr sz="21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8" name="Google Shape;188;g20c3afcc4d7_0_45149"/>
          <p:cNvSpPr/>
          <p:nvPr/>
        </p:nvSpPr>
        <p:spPr>
          <a:xfrm>
            <a:off x="445950" y="750500"/>
            <a:ext cx="8252100" cy="15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sous-titre, sans ligne">
  <p:cSld name="TItre et sous-titre, sans ligne 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0c3afcc4d7_0_45153"/>
          <p:cNvSpPr txBox="1">
            <a:spLocks noGrp="1"/>
          </p:cNvSpPr>
          <p:nvPr>
            <p:ph type="sldNum" idx="12"/>
          </p:nvPr>
        </p:nvSpPr>
        <p:spPr>
          <a:xfrm>
            <a:off x="8737200" y="4873501"/>
            <a:ext cx="354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g20c3afcc4d7_0_45153"/>
          <p:cNvSpPr txBox="1">
            <a:spLocks noGrp="1"/>
          </p:cNvSpPr>
          <p:nvPr>
            <p:ph type="body" idx="1"/>
          </p:nvPr>
        </p:nvSpPr>
        <p:spPr>
          <a:xfrm>
            <a:off x="508002" y="525536"/>
            <a:ext cx="81330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noAutofit/>
          </a:bodyPr>
          <a:lstStyle>
            <a:lvl1pPr marL="457200" lvl="0" indent="-2286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None/>
              <a:defRPr sz="1125" b="0" i="0">
                <a:solidFill>
                  <a:srgbClr val="00A9C5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0861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260"/>
              <a:buChar char="&gt;"/>
              <a:defRPr sz="1050">
                <a:solidFill>
                  <a:schemeClr val="accent1"/>
                </a:solidFill>
              </a:defRPr>
            </a:lvl2pPr>
            <a:lvl3pPr marL="1371600" lvl="2" indent="-28956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960"/>
              <a:buChar char="+"/>
              <a:defRPr sz="900">
                <a:solidFill>
                  <a:schemeClr val="accent1"/>
                </a:solidFill>
              </a:defRPr>
            </a:lvl3pPr>
            <a:lvl4pPr marL="1828800" lvl="3" indent="-29845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100"/>
              <a:buChar char="o"/>
              <a:defRPr sz="825">
                <a:solidFill>
                  <a:schemeClr val="accent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600"/>
              <a:buChar char="o"/>
              <a:defRPr sz="1200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2" name="Google Shape;192;g20c3afcc4d7_0_45153"/>
          <p:cNvSpPr txBox="1">
            <a:spLocks noGrp="1"/>
          </p:cNvSpPr>
          <p:nvPr>
            <p:ph type="title"/>
          </p:nvPr>
        </p:nvSpPr>
        <p:spPr>
          <a:xfrm>
            <a:off x="508001" y="245011"/>
            <a:ext cx="8133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g20c3afcc4d7_0_45153"/>
          <p:cNvSpPr/>
          <p:nvPr/>
        </p:nvSpPr>
        <p:spPr>
          <a:xfrm>
            <a:off x="403411" y="762370"/>
            <a:ext cx="8384100" cy="8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position personnalisée">
  <p:cSld name="2_Disposition personnalisée 2 2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0c3afcc4d7_0_45158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0c3afcc4d7_0_45158"/>
          <p:cNvSpPr txBox="1">
            <a:spLocks noGrp="1"/>
          </p:cNvSpPr>
          <p:nvPr>
            <p:ph type="body" idx="1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7" name="Google Shape;197;g20c3afcc4d7_0_45158"/>
          <p:cNvSpPr txBox="1">
            <a:spLocks noGrp="1"/>
          </p:cNvSpPr>
          <p:nvPr>
            <p:ph type="body" idx="2"/>
          </p:nvPr>
        </p:nvSpPr>
        <p:spPr>
          <a:xfrm>
            <a:off x="899592" y="1131589"/>
            <a:ext cx="7704900" cy="3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ʘ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∙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Disposition personnalisée">
  <p:cSld name="3_Disposition personnalisée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c3afcc4d7_0_45162"/>
          <p:cNvSpPr txBox="1">
            <a:spLocks noGrp="1"/>
          </p:cNvSpPr>
          <p:nvPr>
            <p:ph type="body" idx="1"/>
          </p:nvPr>
        </p:nvSpPr>
        <p:spPr>
          <a:xfrm>
            <a:off x="900113" y="1131888"/>
            <a:ext cx="36006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0" name="Google Shape;200;g20c3afcc4d7_0_45162"/>
          <p:cNvSpPr txBox="1">
            <a:spLocks noGrp="1"/>
          </p:cNvSpPr>
          <p:nvPr>
            <p:ph type="body" idx="2"/>
          </p:nvPr>
        </p:nvSpPr>
        <p:spPr>
          <a:xfrm>
            <a:off x="4716463" y="1131888"/>
            <a:ext cx="3887700" cy="37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Char char="ʘ"/>
              <a:defRPr sz="1400"/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∙"/>
              <a:defRPr sz="1200"/>
            </a:lvl2pPr>
            <a:lvl3pPr marL="1371600" lvl="2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o"/>
              <a:defRPr sz="1100"/>
            </a:lvl3pPr>
            <a:lvl4pPr marL="1828800" lvl="3" indent="-29527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50"/>
              <a:buChar char="•"/>
              <a:defRPr sz="1050"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g20c3afcc4d7_0_45162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g20c3afcc4d7_0_45162"/>
          <p:cNvSpPr txBox="1">
            <a:spLocks noGrp="1"/>
          </p:cNvSpPr>
          <p:nvPr>
            <p:ph type="body" idx="3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Disposition personnalisée">
  <p:cSld name="4_Disposition personnalisée 2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0c3afcc4d7_0_45167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g20c3afcc4d7_0_45167"/>
          <p:cNvSpPr txBox="1">
            <a:spLocks noGrp="1"/>
          </p:cNvSpPr>
          <p:nvPr>
            <p:ph type="body" idx="1"/>
          </p:nvPr>
        </p:nvSpPr>
        <p:spPr>
          <a:xfrm>
            <a:off x="900385" y="612000"/>
            <a:ext cx="770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 i="0">
                <a:solidFill>
                  <a:srgbClr val="B243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0c3afcc4d7_0_44922"/>
          <p:cNvSpPr txBox="1">
            <a:spLocks noGrp="1"/>
          </p:cNvSpPr>
          <p:nvPr>
            <p:ph type="title"/>
          </p:nvPr>
        </p:nvSpPr>
        <p:spPr>
          <a:xfrm>
            <a:off x="900385" y="195486"/>
            <a:ext cx="7704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  <a:defRPr sz="24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0c3afcc4d7_0_44922"/>
          <p:cNvSpPr txBox="1">
            <a:spLocks noGrp="1"/>
          </p:cNvSpPr>
          <p:nvPr>
            <p:ph type="body" idx="1"/>
          </p:nvPr>
        </p:nvSpPr>
        <p:spPr>
          <a:xfrm>
            <a:off x="899592" y="1131590"/>
            <a:ext cx="7704900" cy="3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mbria Math"/>
              <a:buChar char="ʘ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"/>
              <a:buChar char="∙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20c3afcc4d7_0_44922"/>
          <p:cNvSpPr txBox="1"/>
          <p:nvPr/>
        </p:nvSpPr>
        <p:spPr>
          <a:xfrm>
            <a:off x="251520" y="4876006"/>
            <a:ext cx="2067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g20c3afcc4d7_0_44922"/>
          <p:cNvSpPr/>
          <p:nvPr/>
        </p:nvSpPr>
        <p:spPr>
          <a:xfrm>
            <a:off x="539552" y="4909251"/>
            <a:ext cx="72000" cy="72000"/>
          </a:xfrm>
          <a:prstGeom prst="ellipse">
            <a:avLst/>
          </a:prstGeom>
          <a:solidFill>
            <a:srgbClr val="B2438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g20c3afcc4d7_0_44922"/>
          <p:cNvSpPr txBox="1"/>
          <p:nvPr/>
        </p:nvSpPr>
        <p:spPr>
          <a:xfrm>
            <a:off x="683568" y="4876006"/>
            <a:ext cx="13305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900"/>
              <a:buFont typeface="Arial Narrow"/>
              <a:buNone/>
            </a:pPr>
            <a:r>
              <a:rPr lang="en-US" sz="900" b="0" i="0" u="none" strike="noStrike" cap="none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rPr>
              <a:t>TITRE DE LA PRÉSENTATION</a:t>
            </a:r>
            <a:endParaRPr sz="900" b="0" i="0" u="none" strike="noStrike" cap="none">
              <a:solidFill>
                <a:srgbClr val="7F7F7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" name="Google Shape;11;g20c3afcc4d7_0_44922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entury Gothic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OCTO Part of Accenture © 2022 - All rights reserved</a:t>
            </a:r>
            <a:endParaRPr sz="6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0c3afcc4d7_0_44918"/>
          <p:cNvSpPr txBox="1">
            <a:spLocks noGrp="1"/>
          </p:cNvSpPr>
          <p:nvPr>
            <p:ph type="ctrTitle"/>
          </p:nvPr>
        </p:nvSpPr>
        <p:spPr>
          <a:xfrm>
            <a:off x="940500" y="2246325"/>
            <a:ext cx="7846200" cy="14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bin Condensed"/>
              <a:buNone/>
            </a:pPr>
            <a:r>
              <a:rPr lang="en-US" sz="4000">
                <a:solidFill>
                  <a:schemeClr val="accent1"/>
                </a:solidFill>
              </a:rPr>
              <a:t>Pilotage Agile AG2R</a:t>
            </a:r>
            <a:endParaRPr sz="4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72d353d33_0_186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MAQUETTE support COPIL - slide 1</a:t>
            </a:r>
            <a:endParaRPr sz="1800" b="1"/>
          </a:p>
        </p:txBody>
      </p:sp>
      <p:sp>
        <p:nvSpPr>
          <p:cNvPr id="296" name="Google Shape;296;g3072d353d33_0_186"/>
          <p:cNvSpPr/>
          <p:nvPr/>
        </p:nvSpPr>
        <p:spPr>
          <a:xfrm>
            <a:off x="0" y="687599"/>
            <a:ext cx="9144000" cy="754500"/>
          </a:xfrm>
          <a:prstGeom prst="rect">
            <a:avLst/>
          </a:prstGeom>
          <a:solidFill>
            <a:srgbClr val="F5E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g3072d353d33_0_186"/>
          <p:cNvGrpSpPr/>
          <p:nvPr/>
        </p:nvGrpSpPr>
        <p:grpSpPr>
          <a:xfrm>
            <a:off x="124925" y="1558763"/>
            <a:ext cx="6064454" cy="3266113"/>
            <a:chOff x="95066" y="1088073"/>
            <a:chExt cx="3286255" cy="1079101"/>
          </a:xfrm>
        </p:grpSpPr>
        <p:sp>
          <p:nvSpPr>
            <p:cNvPr id="298" name="Google Shape;298;g3072d353d33_0_186"/>
            <p:cNvSpPr txBox="1"/>
            <p:nvPr/>
          </p:nvSpPr>
          <p:spPr>
            <a:xfrm>
              <a:off x="95066" y="1088073"/>
              <a:ext cx="3253800" cy="7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2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81D74"/>
                </a:buClr>
                <a:buSzPts val="800"/>
                <a:buFont typeface="Arial"/>
                <a:buNone/>
              </a:pPr>
              <a:r>
                <a:rPr lang="en-US" sz="800" b="1">
                  <a:solidFill>
                    <a:srgbClr val="581D74"/>
                  </a:solidFill>
                </a:rPr>
                <a:t>FAITS MARQUANTS SUR LA PERIODE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072d353d33_0_186"/>
            <p:cNvSpPr/>
            <p:nvPr/>
          </p:nvSpPr>
          <p:spPr>
            <a:xfrm>
              <a:off x="136521" y="1161574"/>
              <a:ext cx="3244800" cy="1005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81D7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XXX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0" name="Google Shape;300;g3072d353d33_0_186"/>
          <p:cNvSpPr/>
          <p:nvPr/>
        </p:nvSpPr>
        <p:spPr>
          <a:xfrm>
            <a:off x="154725" y="799449"/>
            <a:ext cx="1772100" cy="486900"/>
          </a:xfrm>
          <a:prstGeom prst="rect">
            <a:avLst/>
          </a:prstGeom>
          <a:solidFill>
            <a:srgbClr val="581D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</a:rPr>
              <a:t>EQUIPE XX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g3072d353d33_0_186"/>
          <p:cNvSpPr txBox="1"/>
          <p:nvPr/>
        </p:nvSpPr>
        <p:spPr>
          <a:xfrm>
            <a:off x="6299423" y="1540450"/>
            <a:ext cx="276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581D74"/>
                </a:solidFill>
              </a:rPr>
              <a:t>Indicateurs agiles sur la période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072d353d33_0_186"/>
          <p:cNvSpPr/>
          <p:nvPr/>
        </p:nvSpPr>
        <p:spPr>
          <a:xfrm>
            <a:off x="6313045" y="1743601"/>
            <a:ext cx="2769600" cy="945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072d353d33_0_186"/>
          <p:cNvSpPr/>
          <p:nvPr/>
        </p:nvSpPr>
        <p:spPr>
          <a:xfrm>
            <a:off x="6312750" y="1743600"/>
            <a:ext cx="2769600" cy="2103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072d353d33_0_186"/>
          <p:cNvSpPr/>
          <p:nvPr/>
        </p:nvSpPr>
        <p:spPr>
          <a:xfrm>
            <a:off x="2105450" y="799450"/>
            <a:ext cx="6173700" cy="486900"/>
          </a:xfrm>
          <a:prstGeom prst="rect">
            <a:avLst/>
          </a:prstGeom>
          <a:solidFill>
            <a:srgbClr val="581D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</a:rPr>
              <a:t>Période du XX/XX/2024 au XX/XX/2024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g3072d353d33_0_1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4250" y="1819800"/>
            <a:ext cx="1788900" cy="125488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306" name="Google Shape;306;g3072d353d33_0_186"/>
          <p:cNvSpPr txBox="1"/>
          <p:nvPr/>
        </p:nvSpPr>
        <p:spPr>
          <a:xfrm>
            <a:off x="6436050" y="1854200"/>
            <a:ext cx="7740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Vélocité moyenne : 30 Pts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307" name="Google Shape;307;g3072d353d33_0_186"/>
          <p:cNvGrpSpPr/>
          <p:nvPr/>
        </p:nvGrpSpPr>
        <p:grpSpPr>
          <a:xfrm>
            <a:off x="8457781" y="753221"/>
            <a:ext cx="583929" cy="579378"/>
            <a:chOff x="10598150" y="2325688"/>
            <a:chExt cx="611188" cy="606425"/>
          </a:xfrm>
        </p:grpSpPr>
        <p:sp>
          <p:nvSpPr>
            <p:cNvPr id="308" name="Google Shape;308;g3072d353d33_0_186"/>
            <p:cNvSpPr/>
            <p:nvPr/>
          </p:nvSpPr>
          <p:spPr>
            <a:xfrm>
              <a:off x="10763250" y="2482850"/>
              <a:ext cx="281100" cy="2889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072d353d33_0_186"/>
            <p:cNvSpPr/>
            <p:nvPr/>
          </p:nvSpPr>
          <p:spPr>
            <a:xfrm>
              <a:off x="10871200" y="2325688"/>
              <a:ext cx="63500" cy="130175"/>
            </a:xfrm>
            <a:custGeom>
              <a:avLst/>
              <a:gdLst/>
              <a:ahLst/>
              <a:cxnLst/>
              <a:rect l="l" t="t" r="r" b="b"/>
              <a:pathLst>
                <a:path w="17" h="35" extrusionOk="0">
                  <a:moveTo>
                    <a:pt x="16" y="22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1" y="11"/>
                    <a:pt x="17" y="0"/>
                    <a:pt x="17" y="0"/>
                  </a:cubicBezTo>
                  <a:cubicBezTo>
                    <a:pt x="1" y="14"/>
                    <a:pt x="0" y="22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ubicBezTo>
                    <a:pt x="13" y="35"/>
                    <a:pt x="17" y="31"/>
                    <a:pt x="17" y="26"/>
                  </a:cubicBezTo>
                  <a:cubicBezTo>
                    <a:pt x="17" y="25"/>
                    <a:pt x="17" y="23"/>
                    <a:pt x="16" y="2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072d353d33_0_186"/>
            <p:cNvSpPr/>
            <p:nvPr/>
          </p:nvSpPr>
          <p:spPr>
            <a:xfrm>
              <a:off x="10755313" y="2339975"/>
              <a:ext cx="79375" cy="138113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17" y="21"/>
                  </a:moveTo>
                  <a:cubicBezTo>
                    <a:pt x="17" y="21"/>
                    <a:pt x="17" y="21"/>
                    <a:pt x="17" y="21"/>
                  </a:cubicBezTo>
                  <a:cubicBezTo>
                    <a:pt x="8" y="12"/>
                    <a:pt x="9" y="0"/>
                    <a:pt x="9" y="0"/>
                  </a:cubicBezTo>
                  <a:cubicBezTo>
                    <a:pt x="0" y="19"/>
                    <a:pt x="2" y="27"/>
                    <a:pt x="4" y="31"/>
                  </a:cubicBezTo>
                  <a:cubicBezTo>
                    <a:pt x="6" y="35"/>
                    <a:pt x="10" y="37"/>
                    <a:pt x="15" y="35"/>
                  </a:cubicBezTo>
                  <a:cubicBezTo>
                    <a:pt x="19" y="33"/>
                    <a:pt x="21" y="28"/>
                    <a:pt x="19" y="24"/>
                  </a:cubicBezTo>
                  <a:cubicBezTo>
                    <a:pt x="19" y="23"/>
                    <a:pt x="18" y="21"/>
                    <a:pt x="17" y="2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072d353d33_0_186"/>
            <p:cNvSpPr/>
            <p:nvPr/>
          </p:nvSpPr>
          <p:spPr>
            <a:xfrm>
              <a:off x="10658475" y="2436813"/>
              <a:ext cx="96838" cy="1206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8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5" y="11"/>
                    <a:pt x="0" y="0"/>
                    <a:pt x="0" y="0"/>
                  </a:cubicBezTo>
                  <a:cubicBezTo>
                    <a:pt x="3" y="21"/>
                    <a:pt x="8" y="27"/>
                    <a:pt x="12" y="29"/>
                  </a:cubicBezTo>
                  <a:cubicBezTo>
                    <a:pt x="15" y="32"/>
                    <a:pt x="21" y="31"/>
                    <a:pt x="24" y="27"/>
                  </a:cubicBezTo>
                  <a:cubicBezTo>
                    <a:pt x="26" y="23"/>
                    <a:pt x="25" y="18"/>
                    <a:pt x="22" y="15"/>
                  </a:cubicBezTo>
                  <a:cubicBezTo>
                    <a:pt x="20" y="14"/>
                    <a:pt x="19" y="14"/>
                    <a:pt x="18" y="14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072d353d33_0_186"/>
            <p:cNvSpPr/>
            <p:nvPr/>
          </p:nvSpPr>
          <p:spPr>
            <a:xfrm>
              <a:off x="10598150" y="2590800"/>
              <a:ext cx="127000" cy="71438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0" y="7"/>
                    <a:pt x="0" y="0"/>
                    <a:pt x="0" y="0"/>
                  </a:cubicBezTo>
                  <a:cubicBezTo>
                    <a:pt x="13" y="17"/>
                    <a:pt x="20" y="18"/>
                    <a:pt x="24" y="19"/>
                  </a:cubicBezTo>
                  <a:cubicBezTo>
                    <a:pt x="29" y="19"/>
                    <a:pt x="33" y="16"/>
                    <a:pt x="33" y="11"/>
                  </a:cubicBezTo>
                  <a:cubicBezTo>
                    <a:pt x="34" y="6"/>
                    <a:pt x="30" y="2"/>
                    <a:pt x="26" y="2"/>
                  </a:cubicBezTo>
                  <a:cubicBezTo>
                    <a:pt x="24" y="2"/>
                    <a:pt x="23" y="2"/>
                    <a:pt x="21" y="3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g3072d353d33_0_186"/>
            <p:cNvSpPr/>
            <p:nvPr/>
          </p:nvSpPr>
          <p:spPr>
            <a:xfrm>
              <a:off x="10620375" y="2700338"/>
              <a:ext cx="134938" cy="82550"/>
            </a:xfrm>
            <a:custGeom>
              <a:avLst/>
              <a:gdLst/>
              <a:ahLst/>
              <a:cxnLst/>
              <a:rect l="l" t="t" r="r" b="b"/>
              <a:pathLst>
                <a:path w="36" h="22" extrusionOk="0">
                  <a:moveTo>
                    <a:pt x="20" y="5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12" y="14"/>
                    <a:pt x="0" y="13"/>
                    <a:pt x="0" y="13"/>
                  </a:cubicBezTo>
                  <a:cubicBezTo>
                    <a:pt x="19" y="22"/>
                    <a:pt x="27" y="20"/>
                    <a:pt x="30" y="18"/>
                  </a:cubicBezTo>
                  <a:cubicBezTo>
                    <a:pt x="34" y="16"/>
                    <a:pt x="36" y="11"/>
                    <a:pt x="34" y="7"/>
                  </a:cubicBezTo>
                  <a:cubicBezTo>
                    <a:pt x="32" y="2"/>
                    <a:pt x="27" y="0"/>
                    <a:pt x="23" y="2"/>
                  </a:cubicBezTo>
                  <a:cubicBezTo>
                    <a:pt x="22" y="3"/>
                    <a:pt x="21" y="4"/>
                    <a:pt x="20" y="5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g3072d353d33_0_186"/>
            <p:cNvSpPr/>
            <p:nvPr/>
          </p:nvSpPr>
          <p:spPr>
            <a:xfrm>
              <a:off x="10717213" y="2778125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1" y="20"/>
                    <a:pt x="0" y="26"/>
                    <a:pt x="0" y="26"/>
                  </a:cubicBezTo>
                  <a:cubicBezTo>
                    <a:pt x="21" y="23"/>
                    <a:pt x="27" y="17"/>
                    <a:pt x="29" y="14"/>
                  </a:cubicBezTo>
                  <a:cubicBezTo>
                    <a:pt x="32" y="10"/>
                    <a:pt x="31" y="5"/>
                    <a:pt x="27" y="2"/>
                  </a:cubicBezTo>
                  <a:cubicBezTo>
                    <a:pt x="23" y="0"/>
                    <a:pt x="18" y="1"/>
                    <a:pt x="15" y="4"/>
                  </a:cubicBezTo>
                  <a:cubicBezTo>
                    <a:pt x="14" y="6"/>
                    <a:pt x="14" y="7"/>
                    <a:pt x="14" y="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g3072d353d33_0_186"/>
            <p:cNvSpPr/>
            <p:nvPr/>
          </p:nvSpPr>
          <p:spPr>
            <a:xfrm>
              <a:off x="10868025" y="2805113"/>
              <a:ext cx="71438" cy="127000"/>
            </a:xfrm>
            <a:custGeom>
              <a:avLst/>
              <a:gdLst/>
              <a:ahLst/>
              <a:cxnLst/>
              <a:rect l="l" t="t" r="r" b="b"/>
              <a:pathLst>
                <a:path w="19" h="34" extrusionOk="0"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7" y="24"/>
                    <a:pt x="0" y="34"/>
                    <a:pt x="0" y="34"/>
                  </a:cubicBezTo>
                  <a:cubicBezTo>
                    <a:pt x="17" y="21"/>
                    <a:pt x="19" y="14"/>
                    <a:pt x="19" y="10"/>
                  </a:cubicBezTo>
                  <a:cubicBezTo>
                    <a:pt x="19" y="5"/>
                    <a:pt x="16" y="0"/>
                    <a:pt x="11" y="0"/>
                  </a:cubicBezTo>
                  <a:cubicBezTo>
                    <a:pt x="6" y="0"/>
                    <a:pt x="2" y="3"/>
                    <a:pt x="2" y="8"/>
                  </a:cubicBezTo>
                  <a:cubicBezTo>
                    <a:pt x="2" y="10"/>
                    <a:pt x="2" y="11"/>
                    <a:pt x="3" y="1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g3072d353d33_0_186"/>
            <p:cNvSpPr/>
            <p:nvPr/>
          </p:nvSpPr>
          <p:spPr>
            <a:xfrm>
              <a:off x="10980738" y="2778125"/>
              <a:ext cx="77788" cy="139700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13" y="25"/>
                    <a:pt x="12" y="37"/>
                    <a:pt x="12" y="37"/>
                  </a:cubicBezTo>
                  <a:cubicBezTo>
                    <a:pt x="21" y="17"/>
                    <a:pt x="18" y="10"/>
                    <a:pt x="17" y="6"/>
                  </a:cubicBezTo>
                  <a:cubicBezTo>
                    <a:pt x="15" y="2"/>
                    <a:pt x="10" y="0"/>
                    <a:pt x="6" y="2"/>
                  </a:cubicBezTo>
                  <a:cubicBezTo>
                    <a:pt x="1" y="4"/>
                    <a:pt x="0" y="9"/>
                    <a:pt x="1" y="13"/>
                  </a:cubicBezTo>
                  <a:cubicBezTo>
                    <a:pt x="2" y="15"/>
                    <a:pt x="3" y="16"/>
                    <a:pt x="4" y="17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g3072d353d33_0_186"/>
            <p:cNvSpPr/>
            <p:nvPr/>
          </p:nvSpPr>
          <p:spPr>
            <a:xfrm>
              <a:off x="11052175" y="2695575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7" h="33" extrusionOk="0">
                  <a:moveTo>
                    <a:pt x="9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2" y="21"/>
                    <a:pt x="27" y="33"/>
                    <a:pt x="27" y="33"/>
                  </a:cubicBezTo>
                  <a:cubicBezTo>
                    <a:pt x="25" y="11"/>
                    <a:pt x="19" y="6"/>
                    <a:pt x="15" y="4"/>
                  </a:cubicBezTo>
                  <a:cubicBezTo>
                    <a:pt x="11" y="0"/>
                    <a:pt x="6" y="2"/>
                    <a:pt x="3" y="6"/>
                  </a:cubicBezTo>
                  <a:cubicBezTo>
                    <a:pt x="0" y="9"/>
                    <a:pt x="1" y="15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g3072d353d33_0_186"/>
            <p:cNvSpPr/>
            <p:nvPr/>
          </p:nvSpPr>
          <p:spPr>
            <a:xfrm>
              <a:off x="11077575" y="2595563"/>
              <a:ext cx="131763" cy="63500"/>
            </a:xfrm>
            <a:custGeom>
              <a:avLst/>
              <a:gdLst/>
              <a:ahLst/>
              <a:cxnLst/>
              <a:rect l="l" t="t" r="r" b="b"/>
              <a:pathLst>
                <a:path w="35" h="17" extrusionOk="0">
                  <a:moveTo>
                    <a:pt x="13" y="16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24" y="11"/>
                    <a:pt x="35" y="17"/>
                    <a:pt x="35" y="17"/>
                  </a:cubicBezTo>
                  <a:cubicBezTo>
                    <a:pt x="21" y="1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0" y="17"/>
                    <a:pt x="12" y="17"/>
                    <a:pt x="13" y="16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g3072d353d33_0_186"/>
            <p:cNvSpPr/>
            <p:nvPr/>
          </p:nvSpPr>
          <p:spPr>
            <a:xfrm>
              <a:off x="11052175" y="2474913"/>
              <a:ext cx="138113" cy="85725"/>
            </a:xfrm>
            <a:custGeom>
              <a:avLst/>
              <a:gdLst/>
              <a:ahLst/>
              <a:cxnLst/>
              <a:rect l="l" t="t" r="r" b="b"/>
              <a:pathLst>
                <a:path w="37" h="23" extrusionOk="0">
                  <a:moveTo>
                    <a:pt x="18" y="18"/>
                  </a:moveTo>
                  <a:cubicBezTo>
                    <a:pt x="18" y="18"/>
                    <a:pt x="18" y="18"/>
                    <a:pt x="18" y="18"/>
                  </a:cubicBezTo>
                  <a:cubicBezTo>
                    <a:pt x="25" y="7"/>
                    <a:pt x="37" y="8"/>
                    <a:pt x="37" y="8"/>
                  </a:cubicBezTo>
                  <a:cubicBezTo>
                    <a:pt x="17" y="0"/>
                    <a:pt x="10" y="4"/>
                    <a:pt x="6" y="6"/>
                  </a:cubicBezTo>
                  <a:cubicBezTo>
                    <a:pt x="2" y="8"/>
                    <a:pt x="0" y="13"/>
                    <a:pt x="3" y="17"/>
                  </a:cubicBezTo>
                  <a:cubicBezTo>
                    <a:pt x="5" y="21"/>
                    <a:pt x="10" y="23"/>
                    <a:pt x="15" y="21"/>
                  </a:cubicBezTo>
                  <a:cubicBezTo>
                    <a:pt x="16" y="20"/>
                    <a:pt x="17" y="19"/>
                    <a:pt x="18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g3072d353d33_0_186"/>
            <p:cNvSpPr/>
            <p:nvPr/>
          </p:nvSpPr>
          <p:spPr>
            <a:xfrm>
              <a:off x="10972800" y="2381250"/>
              <a:ext cx="112713" cy="101600"/>
            </a:xfrm>
            <a:custGeom>
              <a:avLst/>
              <a:gdLst/>
              <a:ahLst/>
              <a:cxnLst/>
              <a:rect l="l" t="t" r="r" b="b"/>
              <a:pathLst>
                <a:path w="30" h="27" extrusionOk="0">
                  <a:moveTo>
                    <a:pt x="19" y="18"/>
                  </a:moveTo>
                  <a:cubicBezTo>
                    <a:pt x="19" y="18"/>
                    <a:pt x="19" y="18"/>
                    <a:pt x="19" y="18"/>
                  </a:cubicBezTo>
                  <a:cubicBezTo>
                    <a:pt x="20" y="6"/>
                    <a:pt x="30" y="0"/>
                    <a:pt x="30" y="0"/>
                  </a:cubicBezTo>
                  <a:cubicBezTo>
                    <a:pt x="10" y="4"/>
                    <a:pt x="5" y="10"/>
                    <a:pt x="3" y="13"/>
                  </a:cubicBezTo>
                  <a:cubicBezTo>
                    <a:pt x="0" y="17"/>
                    <a:pt x="2" y="23"/>
                    <a:pt x="6" y="25"/>
                  </a:cubicBezTo>
                  <a:cubicBezTo>
                    <a:pt x="10" y="27"/>
                    <a:pt x="15" y="26"/>
                    <a:pt x="17" y="22"/>
                  </a:cubicBezTo>
                  <a:cubicBezTo>
                    <a:pt x="18" y="21"/>
                    <a:pt x="19" y="19"/>
                    <a:pt x="19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g3072d353d33_0_186"/>
          <p:cNvSpPr txBox="1"/>
          <p:nvPr/>
        </p:nvSpPr>
        <p:spPr>
          <a:xfrm>
            <a:off x="6403950" y="2400900"/>
            <a:ext cx="8382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Taux prédictibilité : 100 %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22" name="Google Shape;322;g3072d353d33_0_186"/>
          <p:cNvSpPr txBox="1"/>
          <p:nvPr/>
        </p:nvSpPr>
        <p:spPr>
          <a:xfrm>
            <a:off x="6306386" y="3846600"/>
            <a:ext cx="276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581D74"/>
                </a:solidFill>
              </a:rPr>
              <a:t>Résultats et impacts métiers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3072d353d33_0_186"/>
          <p:cNvSpPr/>
          <p:nvPr/>
        </p:nvSpPr>
        <p:spPr>
          <a:xfrm>
            <a:off x="6319725" y="4070450"/>
            <a:ext cx="2769600" cy="754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3072d353d33_0_186"/>
          <p:cNvSpPr txBox="1"/>
          <p:nvPr/>
        </p:nvSpPr>
        <p:spPr>
          <a:xfrm>
            <a:off x="6436050" y="4151100"/>
            <a:ext cx="24717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Progression des résultats métiers :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30 % (de l’objectif final)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5" name="Google Shape;325;g3072d353d33_0_186"/>
          <p:cNvSpPr txBox="1"/>
          <p:nvPr/>
        </p:nvSpPr>
        <p:spPr>
          <a:xfrm>
            <a:off x="6512250" y="3359125"/>
            <a:ext cx="2550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% d’avancement réalisation projet : 60 %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26" name="Google Shape;326;g3072d353d33_0_186"/>
          <p:cNvSpPr/>
          <p:nvPr/>
        </p:nvSpPr>
        <p:spPr>
          <a:xfrm>
            <a:off x="10011107" y="3749632"/>
            <a:ext cx="293458" cy="508005"/>
          </a:xfrm>
          <a:custGeom>
            <a:avLst/>
            <a:gdLst/>
            <a:ahLst/>
            <a:cxnLst/>
            <a:rect l="l" t="t" r="r" b="b"/>
            <a:pathLst>
              <a:path w="238" h="412" extrusionOk="0">
                <a:moveTo>
                  <a:pt x="111" y="0"/>
                </a:moveTo>
                <a:lnTo>
                  <a:pt x="238" y="0"/>
                </a:lnTo>
                <a:lnTo>
                  <a:pt x="125" y="159"/>
                </a:lnTo>
                <a:lnTo>
                  <a:pt x="236" y="159"/>
                </a:lnTo>
                <a:lnTo>
                  <a:pt x="35" y="412"/>
                </a:lnTo>
                <a:lnTo>
                  <a:pt x="120" y="239"/>
                </a:lnTo>
                <a:lnTo>
                  <a:pt x="0" y="239"/>
                </a:lnTo>
                <a:lnTo>
                  <a:pt x="111" y="0"/>
                </a:lnTo>
                <a:lnTo>
                  <a:pt x="111" y="0"/>
                </a:lnTo>
                <a:close/>
              </a:path>
            </a:pathLst>
          </a:custGeom>
          <a:solidFill>
            <a:srgbClr val="7BD4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7" name="Google Shape;327;g3072d353d33_0_186"/>
          <p:cNvGrpSpPr/>
          <p:nvPr/>
        </p:nvGrpSpPr>
        <p:grpSpPr>
          <a:xfrm>
            <a:off x="9902673" y="3124444"/>
            <a:ext cx="511039" cy="537366"/>
            <a:chOff x="9515476" y="2732088"/>
            <a:chExt cx="523874" cy="550862"/>
          </a:xfrm>
        </p:grpSpPr>
        <p:sp>
          <p:nvSpPr>
            <p:cNvPr id="328" name="Google Shape;328;g3072d353d33_0_186"/>
            <p:cNvSpPr/>
            <p:nvPr/>
          </p:nvSpPr>
          <p:spPr>
            <a:xfrm>
              <a:off x="9788525" y="3113088"/>
              <a:ext cx="68262" cy="98425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18" y="17"/>
                  </a:moveTo>
                  <a:cubicBezTo>
                    <a:pt x="18" y="22"/>
                    <a:pt x="14" y="26"/>
                    <a:pt x="9" y="26"/>
                  </a:cubicBezTo>
                  <a:cubicBezTo>
                    <a:pt x="5" y="26"/>
                    <a:pt x="0" y="22"/>
                    <a:pt x="0" y="17"/>
                  </a:cubicBezTo>
                  <a:cubicBezTo>
                    <a:pt x="0" y="13"/>
                    <a:pt x="13" y="0"/>
                    <a:pt x="13" y="0"/>
                  </a:cubicBezTo>
                  <a:cubicBezTo>
                    <a:pt x="13" y="0"/>
                    <a:pt x="18" y="13"/>
                    <a:pt x="18" y="17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072d353d33_0_186"/>
            <p:cNvSpPr/>
            <p:nvPr/>
          </p:nvSpPr>
          <p:spPr>
            <a:xfrm>
              <a:off x="9634538" y="3125788"/>
              <a:ext cx="52387" cy="77787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14"/>
                  </a:moveTo>
                  <a:cubicBezTo>
                    <a:pt x="14" y="18"/>
                    <a:pt x="11" y="21"/>
                    <a:pt x="7" y="21"/>
                  </a:cubicBezTo>
                  <a:cubicBezTo>
                    <a:pt x="3" y="21"/>
                    <a:pt x="0" y="18"/>
                    <a:pt x="0" y="14"/>
                  </a:cubicBezTo>
                  <a:cubicBezTo>
                    <a:pt x="0" y="10"/>
                    <a:pt x="11" y="0"/>
                    <a:pt x="11" y="0"/>
                  </a:cubicBezTo>
                  <a:cubicBezTo>
                    <a:pt x="11" y="0"/>
                    <a:pt x="14" y="10"/>
                    <a:pt x="14" y="1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072d353d33_0_186"/>
            <p:cNvSpPr/>
            <p:nvPr/>
          </p:nvSpPr>
          <p:spPr>
            <a:xfrm>
              <a:off x="9698038" y="3211513"/>
              <a:ext cx="52387" cy="71437"/>
            </a:xfrm>
            <a:custGeom>
              <a:avLst/>
              <a:gdLst/>
              <a:ahLst/>
              <a:cxnLst/>
              <a:rect l="l" t="t" r="r" b="b"/>
              <a:pathLst>
                <a:path w="14" h="19" extrusionOk="0">
                  <a:moveTo>
                    <a:pt x="14" y="13"/>
                  </a:moveTo>
                  <a:cubicBezTo>
                    <a:pt x="14" y="16"/>
                    <a:pt x="11" y="19"/>
                    <a:pt x="8" y="19"/>
                  </a:cubicBezTo>
                  <a:cubicBezTo>
                    <a:pt x="3" y="19"/>
                    <a:pt x="0" y="16"/>
                    <a:pt x="0" y="13"/>
                  </a:cubicBezTo>
                  <a:cubicBezTo>
                    <a:pt x="0" y="9"/>
                    <a:pt x="11" y="0"/>
                    <a:pt x="11" y="0"/>
                  </a:cubicBezTo>
                  <a:cubicBezTo>
                    <a:pt x="11" y="0"/>
                    <a:pt x="14" y="9"/>
                    <a:pt x="14" y="13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072d353d33_0_186"/>
            <p:cNvSpPr/>
            <p:nvPr/>
          </p:nvSpPr>
          <p:spPr>
            <a:xfrm>
              <a:off x="9515476" y="2732088"/>
              <a:ext cx="523874" cy="400050"/>
            </a:xfrm>
            <a:custGeom>
              <a:avLst/>
              <a:gdLst/>
              <a:ahLst/>
              <a:cxnLst/>
              <a:rect l="l" t="t" r="r" b="b"/>
              <a:pathLst>
                <a:path w="140" h="107" extrusionOk="0">
                  <a:moveTo>
                    <a:pt x="104" y="21"/>
                  </a:moveTo>
                  <a:cubicBezTo>
                    <a:pt x="104" y="21"/>
                    <a:pt x="93" y="1"/>
                    <a:pt x="74" y="1"/>
                  </a:cubicBezTo>
                  <a:cubicBezTo>
                    <a:pt x="55" y="0"/>
                    <a:pt x="45" y="21"/>
                    <a:pt x="45" y="21"/>
                  </a:cubicBezTo>
                  <a:cubicBezTo>
                    <a:pt x="19" y="21"/>
                    <a:pt x="8" y="29"/>
                    <a:pt x="4" y="47"/>
                  </a:cubicBezTo>
                  <a:cubicBezTo>
                    <a:pt x="0" y="64"/>
                    <a:pt x="20" y="73"/>
                    <a:pt x="20" y="73"/>
                  </a:cubicBezTo>
                  <a:cubicBezTo>
                    <a:pt x="20" y="73"/>
                    <a:pt x="21" y="78"/>
                    <a:pt x="35" y="89"/>
                  </a:cubicBezTo>
                  <a:cubicBezTo>
                    <a:pt x="50" y="101"/>
                    <a:pt x="66" y="88"/>
                    <a:pt x="66" y="88"/>
                  </a:cubicBezTo>
                  <a:cubicBezTo>
                    <a:pt x="66" y="88"/>
                    <a:pt x="74" y="98"/>
                    <a:pt x="96" y="96"/>
                  </a:cubicBezTo>
                  <a:cubicBezTo>
                    <a:pt x="117" y="94"/>
                    <a:pt x="121" y="70"/>
                    <a:pt x="121" y="70"/>
                  </a:cubicBezTo>
                  <a:cubicBezTo>
                    <a:pt x="121" y="70"/>
                    <a:pt x="140" y="64"/>
                    <a:pt x="138" y="42"/>
                  </a:cubicBezTo>
                  <a:cubicBezTo>
                    <a:pt x="136" y="20"/>
                    <a:pt x="104" y="21"/>
                    <a:pt x="104" y="21"/>
                  </a:cubicBezTo>
                  <a:close/>
                  <a:moveTo>
                    <a:pt x="102" y="69"/>
                  </a:moveTo>
                  <a:cubicBezTo>
                    <a:pt x="111" y="70"/>
                    <a:pt x="111" y="70"/>
                    <a:pt x="111" y="70"/>
                  </a:cubicBezTo>
                  <a:cubicBezTo>
                    <a:pt x="91" y="107"/>
                    <a:pt x="66" y="80"/>
                    <a:pt x="66" y="80"/>
                  </a:cubicBezTo>
                  <a:cubicBezTo>
                    <a:pt x="29" y="96"/>
                    <a:pt x="22" y="56"/>
                    <a:pt x="22" y="5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9" y="66"/>
                    <a:pt x="7" y="60"/>
                    <a:pt x="15" y="42"/>
                  </a:cubicBezTo>
                  <a:cubicBezTo>
                    <a:pt x="28" y="18"/>
                    <a:pt x="60" y="33"/>
                    <a:pt x="60" y="33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3" y="23"/>
                    <a:pt x="56" y="16"/>
                    <a:pt x="73" y="13"/>
                  </a:cubicBezTo>
                  <a:cubicBezTo>
                    <a:pt x="91" y="9"/>
                    <a:pt x="105" y="31"/>
                    <a:pt x="105" y="31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5" y="26"/>
                    <a:pt x="128" y="28"/>
                    <a:pt x="131" y="45"/>
                  </a:cubicBezTo>
                  <a:cubicBezTo>
                    <a:pt x="134" y="64"/>
                    <a:pt x="102" y="69"/>
                    <a:pt x="102" y="6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g3072d353d33_0_186"/>
          <p:cNvSpPr/>
          <p:nvPr/>
        </p:nvSpPr>
        <p:spPr>
          <a:xfrm>
            <a:off x="9902326" y="2653941"/>
            <a:ext cx="469352" cy="312781"/>
          </a:xfrm>
          <a:custGeom>
            <a:avLst/>
            <a:gdLst/>
            <a:ahLst/>
            <a:cxnLst/>
            <a:rect l="l" t="t" r="r" b="b"/>
            <a:pathLst>
              <a:path w="180" h="132" extrusionOk="0">
                <a:moveTo>
                  <a:pt x="144" y="132"/>
                </a:moveTo>
                <a:cubicBezTo>
                  <a:pt x="42" y="132"/>
                  <a:pt x="42" y="132"/>
                  <a:pt x="42" y="132"/>
                </a:cubicBezTo>
                <a:cubicBezTo>
                  <a:pt x="19" y="132"/>
                  <a:pt x="0" y="113"/>
                  <a:pt x="0" y="90"/>
                </a:cubicBezTo>
                <a:cubicBezTo>
                  <a:pt x="0" y="73"/>
                  <a:pt x="10" y="59"/>
                  <a:pt x="24" y="52"/>
                </a:cubicBezTo>
                <a:cubicBezTo>
                  <a:pt x="24" y="51"/>
                  <a:pt x="24" y="49"/>
                  <a:pt x="24" y="48"/>
                </a:cubicBezTo>
                <a:cubicBezTo>
                  <a:pt x="24" y="21"/>
                  <a:pt x="45" y="0"/>
                  <a:pt x="72" y="0"/>
                </a:cubicBezTo>
                <a:cubicBezTo>
                  <a:pt x="92" y="0"/>
                  <a:pt x="109" y="12"/>
                  <a:pt x="116" y="30"/>
                </a:cubicBezTo>
                <a:cubicBezTo>
                  <a:pt x="121" y="26"/>
                  <a:pt x="126" y="24"/>
                  <a:pt x="132" y="24"/>
                </a:cubicBezTo>
                <a:cubicBezTo>
                  <a:pt x="145" y="24"/>
                  <a:pt x="156" y="35"/>
                  <a:pt x="156" y="48"/>
                </a:cubicBezTo>
                <a:cubicBezTo>
                  <a:pt x="156" y="53"/>
                  <a:pt x="155" y="57"/>
                  <a:pt x="152" y="61"/>
                </a:cubicBezTo>
                <a:cubicBezTo>
                  <a:pt x="168" y="65"/>
                  <a:pt x="180" y="79"/>
                  <a:pt x="180" y="96"/>
                </a:cubicBezTo>
                <a:cubicBezTo>
                  <a:pt x="180" y="116"/>
                  <a:pt x="164" y="132"/>
                  <a:pt x="144" y="132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6767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3" name="Google Shape;333;g3072d353d33_0_186"/>
          <p:cNvGrpSpPr/>
          <p:nvPr/>
        </p:nvGrpSpPr>
        <p:grpSpPr>
          <a:xfrm>
            <a:off x="9902519" y="2037266"/>
            <a:ext cx="486270" cy="350973"/>
            <a:chOff x="7035831" y="2397735"/>
            <a:chExt cx="1871707" cy="1452103"/>
          </a:xfrm>
        </p:grpSpPr>
        <p:grpSp>
          <p:nvGrpSpPr>
            <p:cNvPr id="334" name="Google Shape;334;g3072d353d33_0_186"/>
            <p:cNvGrpSpPr/>
            <p:nvPr/>
          </p:nvGrpSpPr>
          <p:grpSpPr>
            <a:xfrm>
              <a:off x="7705623" y="2397735"/>
              <a:ext cx="1201915" cy="1192535"/>
              <a:chOff x="10598150" y="2325688"/>
              <a:chExt cx="611195" cy="606425"/>
            </a:xfrm>
          </p:grpSpPr>
          <p:sp>
            <p:nvSpPr>
              <p:cNvPr id="335" name="Google Shape;335;g3072d353d33_0_186"/>
              <p:cNvSpPr/>
              <p:nvPr/>
            </p:nvSpPr>
            <p:spPr>
              <a:xfrm>
                <a:off x="10763250" y="2482850"/>
                <a:ext cx="281100" cy="2889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g3072d353d33_0_186"/>
              <p:cNvSpPr/>
              <p:nvPr/>
            </p:nvSpPr>
            <p:spPr>
              <a:xfrm>
                <a:off x="10871200" y="2325688"/>
                <a:ext cx="63500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7" h="35" extrusionOk="0">
                    <a:moveTo>
                      <a:pt x="16" y="22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1" y="11"/>
                      <a:pt x="17" y="0"/>
                      <a:pt x="17" y="0"/>
                    </a:cubicBezTo>
                    <a:cubicBezTo>
                      <a:pt x="1" y="14"/>
                      <a:pt x="0" y="22"/>
                      <a:pt x="0" y="26"/>
                    </a:cubicBezTo>
                    <a:cubicBezTo>
                      <a:pt x="0" y="31"/>
                      <a:pt x="4" y="35"/>
                      <a:pt x="9" y="35"/>
                    </a:cubicBezTo>
                    <a:cubicBezTo>
                      <a:pt x="13" y="35"/>
                      <a:pt x="17" y="31"/>
                      <a:pt x="17" y="26"/>
                    </a:cubicBezTo>
                    <a:cubicBezTo>
                      <a:pt x="17" y="25"/>
                      <a:pt x="17" y="23"/>
                      <a:pt x="16" y="2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g3072d353d33_0_186"/>
              <p:cNvSpPr/>
              <p:nvPr/>
            </p:nvSpPr>
            <p:spPr>
              <a:xfrm>
                <a:off x="10755313" y="2339975"/>
                <a:ext cx="7937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17" y="21"/>
                    </a:moveTo>
                    <a:cubicBezTo>
                      <a:pt x="17" y="21"/>
                      <a:pt x="17" y="21"/>
                      <a:pt x="17" y="21"/>
                    </a:cubicBezTo>
                    <a:cubicBezTo>
                      <a:pt x="8" y="12"/>
                      <a:pt x="9" y="0"/>
                      <a:pt x="9" y="0"/>
                    </a:cubicBezTo>
                    <a:cubicBezTo>
                      <a:pt x="0" y="19"/>
                      <a:pt x="2" y="27"/>
                      <a:pt x="4" y="31"/>
                    </a:cubicBezTo>
                    <a:cubicBezTo>
                      <a:pt x="6" y="35"/>
                      <a:pt x="10" y="37"/>
                      <a:pt x="15" y="35"/>
                    </a:cubicBezTo>
                    <a:cubicBezTo>
                      <a:pt x="19" y="33"/>
                      <a:pt x="21" y="28"/>
                      <a:pt x="19" y="24"/>
                    </a:cubicBezTo>
                    <a:cubicBezTo>
                      <a:pt x="19" y="23"/>
                      <a:pt x="18" y="21"/>
                      <a:pt x="17" y="21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g3072d353d33_0_186"/>
              <p:cNvSpPr/>
              <p:nvPr/>
            </p:nvSpPr>
            <p:spPr>
              <a:xfrm>
                <a:off x="10658475" y="2436813"/>
                <a:ext cx="9683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6" h="32" extrusionOk="0">
                    <a:moveTo>
                      <a:pt x="18" y="14"/>
                    </a:moveTo>
                    <a:cubicBezTo>
                      <a:pt x="18" y="14"/>
                      <a:pt x="18" y="14"/>
                      <a:pt x="18" y="14"/>
                    </a:cubicBezTo>
                    <a:cubicBezTo>
                      <a:pt x="5" y="11"/>
                      <a:pt x="0" y="0"/>
                      <a:pt x="0" y="0"/>
                    </a:cubicBezTo>
                    <a:cubicBezTo>
                      <a:pt x="3" y="21"/>
                      <a:pt x="8" y="27"/>
                      <a:pt x="12" y="29"/>
                    </a:cubicBezTo>
                    <a:cubicBezTo>
                      <a:pt x="15" y="32"/>
                      <a:pt x="21" y="31"/>
                      <a:pt x="24" y="27"/>
                    </a:cubicBezTo>
                    <a:cubicBezTo>
                      <a:pt x="26" y="23"/>
                      <a:pt x="25" y="18"/>
                      <a:pt x="22" y="15"/>
                    </a:cubicBezTo>
                    <a:cubicBezTo>
                      <a:pt x="20" y="14"/>
                      <a:pt x="19" y="14"/>
                      <a:pt x="18" y="14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g3072d353d33_0_186"/>
              <p:cNvSpPr/>
              <p:nvPr/>
            </p:nvSpPr>
            <p:spPr>
              <a:xfrm>
                <a:off x="10598150" y="2590800"/>
                <a:ext cx="1270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19" extrusionOk="0">
                    <a:moveTo>
                      <a:pt x="21" y="3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0" y="7"/>
                      <a:pt x="0" y="0"/>
                      <a:pt x="0" y="0"/>
                    </a:cubicBezTo>
                    <a:cubicBezTo>
                      <a:pt x="13" y="17"/>
                      <a:pt x="20" y="18"/>
                      <a:pt x="24" y="19"/>
                    </a:cubicBezTo>
                    <a:cubicBezTo>
                      <a:pt x="29" y="19"/>
                      <a:pt x="33" y="16"/>
                      <a:pt x="33" y="11"/>
                    </a:cubicBezTo>
                    <a:cubicBezTo>
                      <a:pt x="34" y="6"/>
                      <a:pt x="30" y="2"/>
                      <a:pt x="26" y="2"/>
                    </a:cubicBezTo>
                    <a:cubicBezTo>
                      <a:pt x="24" y="2"/>
                      <a:pt x="23" y="2"/>
                      <a:pt x="21" y="3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g3072d353d33_0_186"/>
              <p:cNvSpPr/>
              <p:nvPr/>
            </p:nvSpPr>
            <p:spPr>
              <a:xfrm>
                <a:off x="10620375" y="2700338"/>
                <a:ext cx="1349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22" extrusionOk="0">
                    <a:moveTo>
                      <a:pt x="20" y="5"/>
                    </a:moveTo>
                    <a:cubicBezTo>
                      <a:pt x="20" y="5"/>
                      <a:pt x="20" y="5"/>
                      <a:pt x="20" y="5"/>
                    </a:cubicBezTo>
                    <a:cubicBezTo>
                      <a:pt x="12" y="14"/>
                      <a:pt x="0" y="13"/>
                      <a:pt x="0" y="13"/>
                    </a:cubicBezTo>
                    <a:cubicBezTo>
                      <a:pt x="19" y="22"/>
                      <a:pt x="27" y="20"/>
                      <a:pt x="30" y="18"/>
                    </a:cubicBezTo>
                    <a:cubicBezTo>
                      <a:pt x="34" y="16"/>
                      <a:pt x="36" y="11"/>
                      <a:pt x="34" y="7"/>
                    </a:cubicBezTo>
                    <a:cubicBezTo>
                      <a:pt x="32" y="2"/>
                      <a:pt x="27" y="0"/>
                      <a:pt x="23" y="2"/>
                    </a:cubicBezTo>
                    <a:cubicBezTo>
                      <a:pt x="22" y="3"/>
                      <a:pt x="21" y="4"/>
                      <a:pt x="20" y="5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g3072d353d33_0_186"/>
              <p:cNvSpPr/>
              <p:nvPr/>
            </p:nvSpPr>
            <p:spPr>
              <a:xfrm>
                <a:off x="10717213" y="2778125"/>
                <a:ext cx="12065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" extrusionOk="0">
                    <a:moveTo>
                      <a:pt x="14" y="8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11" y="20"/>
                      <a:pt x="0" y="26"/>
                      <a:pt x="0" y="26"/>
                    </a:cubicBezTo>
                    <a:cubicBezTo>
                      <a:pt x="21" y="23"/>
                      <a:pt x="27" y="17"/>
                      <a:pt x="29" y="14"/>
                    </a:cubicBezTo>
                    <a:cubicBezTo>
                      <a:pt x="32" y="10"/>
                      <a:pt x="31" y="5"/>
                      <a:pt x="27" y="2"/>
                    </a:cubicBezTo>
                    <a:cubicBezTo>
                      <a:pt x="23" y="0"/>
                      <a:pt x="18" y="1"/>
                      <a:pt x="15" y="4"/>
                    </a:cubicBezTo>
                    <a:cubicBezTo>
                      <a:pt x="14" y="6"/>
                      <a:pt x="14" y="7"/>
                      <a:pt x="14" y="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g3072d353d33_0_186"/>
              <p:cNvSpPr/>
              <p:nvPr/>
            </p:nvSpPr>
            <p:spPr>
              <a:xfrm>
                <a:off x="10868025" y="2805113"/>
                <a:ext cx="71438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34" extrusionOk="0">
                    <a:moveTo>
                      <a:pt x="3" y="12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7" y="24"/>
                      <a:pt x="0" y="34"/>
                      <a:pt x="0" y="34"/>
                    </a:cubicBezTo>
                    <a:cubicBezTo>
                      <a:pt x="17" y="21"/>
                      <a:pt x="19" y="14"/>
                      <a:pt x="19" y="10"/>
                    </a:cubicBezTo>
                    <a:cubicBezTo>
                      <a:pt x="19" y="5"/>
                      <a:pt x="16" y="0"/>
                      <a:pt x="11" y="0"/>
                    </a:cubicBezTo>
                    <a:cubicBezTo>
                      <a:pt x="6" y="0"/>
                      <a:pt x="2" y="3"/>
                      <a:pt x="2" y="8"/>
                    </a:cubicBezTo>
                    <a:cubicBezTo>
                      <a:pt x="2" y="10"/>
                      <a:pt x="2" y="11"/>
                      <a:pt x="3" y="1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g3072d353d33_0_186"/>
              <p:cNvSpPr/>
              <p:nvPr/>
            </p:nvSpPr>
            <p:spPr>
              <a:xfrm>
                <a:off x="10980738" y="2778125"/>
                <a:ext cx="77788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4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13" y="25"/>
                      <a:pt x="12" y="37"/>
                      <a:pt x="12" y="37"/>
                    </a:cubicBezTo>
                    <a:cubicBezTo>
                      <a:pt x="21" y="17"/>
                      <a:pt x="18" y="10"/>
                      <a:pt x="17" y="6"/>
                    </a:cubicBezTo>
                    <a:cubicBezTo>
                      <a:pt x="15" y="2"/>
                      <a:pt x="10" y="0"/>
                      <a:pt x="6" y="2"/>
                    </a:cubicBezTo>
                    <a:cubicBezTo>
                      <a:pt x="1" y="4"/>
                      <a:pt x="0" y="9"/>
                      <a:pt x="1" y="13"/>
                    </a:cubicBezTo>
                    <a:cubicBezTo>
                      <a:pt x="2" y="15"/>
                      <a:pt x="3" y="16"/>
                      <a:pt x="4" y="17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g3072d353d33_0_186"/>
              <p:cNvSpPr/>
              <p:nvPr/>
            </p:nvSpPr>
            <p:spPr>
              <a:xfrm>
                <a:off x="11052185" y="2695575"/>
                <a:ext cx="101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7" h="33" extrusionOk="0">
                    <a:moveTo>
                      <a:pt x="9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22" y="21"/>
                      <a:pt x="27" y="33"/>
                      <a:pt x="27" y="33"/>
                    </a:cubicBezTo>
                    <a:cubicBezTo>
                      <a:pt x="25" y="11"/>
                      <a:pt x="19" y="6"/>
                      <a:pt x="15" y="4"/>
                    </a:cubicBezTo>
                    <a:cubicBezTo>
                      <a:pt x="11" y="0"/>
                      <a:pt x="6" y="2"/>
                      <a:pt x="3" y="6"/>
                    </a:cubicBezTo>
                    <a:cubicBezTo>
                      <a:pt x="0" y="9"/>
                      <a:pt x="1" y="15"/>
                      <a:pt x="5" y="18"/>
                    </a:cubicBezTo>
                    <a:cubicBezTo>
                      <a:pt x="7" y="19"/>
                      <a:pt x="8" y="19"/>
                      <a:pt x="9" y="19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g3072d353d33_0_186"/>
              <p:cNvSpPr/>
              <p:nvPr/>
            </p:nvSpPr>
            <p:spPr>
              <a:xfrm>
                <a:off x="11077581" y="2595563"/>
                <a:ext cx="131764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7" extrusionOk="0">
                    <a:moveTo>
                      <a:pt x="13" y="16"/>
                    </a:moveTo>
                    <a:cubicBezTo>
                      <a:pt x="13" y="16"/>
                      <a:pt x="13" y="16"/>
                      <a:pt x="13" y="16"/>
                    </a:cubicBezTo>
                    <a:cubicBezTo>
                      <a:pt x="24" y="11"/>
                      <a:pt x="35" y="17"/>
                      <a:pt x="35" y="17"/>
                    </a:cubicBezTo>
                    <a:cubicBezTo>
                      <a:pt x="21" y="1"/>
                      <a:pt x="13" y="0"/>
                      <a:pt x="9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10" y="17"/>
                      <a:pt x="12" y="17"/>
                      <a:pt x="13" y="16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g3072d353d33_0_186"/>
              <p:cNvSpPr/>
              <p:nvPr/>
            </p:nvSpPr>
            <p:spPr>
              <a:xfrm>
                <a:off x="11052185" y="2474913"/>
                <a:ext cx="138113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23" extrusionOk="0"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25" y="7"/>
                      <a:pt x="37" y="8"/>
                      <a:pt x="37" y="8"/>
                    </a:cubicBezTo>
                    <a:cubicBezTo>
                      <a:pt x="17" y="0"/>
                      <a:pt x="10" y="4"/>
                      <a:pt x="6" y="6"/>
                    </a:cubicBezTo>
                    <a:cubicBezTo>
                      <a:pt x="2" y="8"/>
                      <a:pt x="0" y="13"/>
                      <a:pt x="3" y="17"/>
                    </a:cubicBezTo>
                    <a:cubicBezTo>
                      <a:pt x="5" y="21"/>
                      <a:pt x="10" y="23"/>
                      <a:pt x="15" y="21"/>
                    </a:cubicBezTo>
                    <a:cubicBezTo>
                      <a:pt x="16" y="20"/>
                      <a:pt x="17" y="19"/>
                      <a:pt x="18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g3072d353d33_0_186"/>
              <p:cNvSpPr/>
              <p:nvPr/>
            </p:nvSpPr>
            <p:spPr>
              <a:xfrm>
                <a:off x="10972800" y="2381250"/>
                <a:ext cx="112713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27" extrusionOk="0"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6"/>
                      <a:pt x="30" y="0"/>
                      <a:pt x="30" y="0"/>
                    </a:cubicBezTo>
                    <a:cubicBezTo>
                      <a:pt x="10" y="4"/>
                      <a:pt x="5" y="10"/>
                      <a:pt x="3" y="13"/>
                    </a:cubicBezTo>
                    <a:cubicBezTo>
                      <a:pt x="0" y="17"/>
                      <a:pt x="2" y="23"/>
                      <a:pt x="6" y="25"/>
                    </a:cubicBezTo>
                    <a:cubicBezTo>
                      <a:pt x="10" y="27"/>
                      <a:pt x="15" y="26"/>
                      <a:pt x="17" y="22"/>
                    </a:cubicBezTo>
                    <a:cubicBezTo>
                      <a:pt x="18" y="21"/>
                      <a:pt x="19" y="19"/>
                      <a:pt x="19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8" name="Google Shape;348;g3072d353d33_0_186"/>
            <p:cNvSpPr/>
            <p:nvPr/>
          </p:nvSpPr>
          <p:spPr>
            <a:xfrm>
              <a:off x="7035831" y="2771780"/>
              <a:ext cx="1729445" cy="1078058"/>
            </a:xfrm>
            <a:custGeom>
              <a:avLst/>
              <a:gdLst/>
              <a:ahLst/>
              <a:cxnLst/>
              <a:rect l="l" t="t" r="r" b="b"/>
              <a:pathLst>
                <a:path w="180" h="132" extrusionOk="0">
                  <a:moveTo>
                    <a:pt x="144" y="132"/>
                  </a:moveTo>
                  <a:cubicBezTo>
                    <a:pt x="42" y="132"/>
                    <a:pt x="42" y="132"/>
                    <a:pt x="42" y="132"/>
                  </a:cubicBezTo>
                  <a:cubicBezTo>
                    <a:pt x="19" y="132"/>
                    <a:pt x="0" y="113"/>
                    <a:pt x="0" y="90"/>
                  </a:cubicBezTo>
                  <a:cubicBezTo>
                    <a:pt x="0" y="73"/>
                    <a:pt x="10" y="59"/>
                    <a:pt x="24" y="52"/>
                  </a:cubicBezTo>
                  <a:cubicBezTo>
                    <a:pt x="24" y="51"/>
                    <a:pt x="24" y="49"/>
                    <a:pt x="24" y="48"/>
                  </a:cubicBezTo>
                  <a:cubicBezTo>
                    <a:pt x="24" y="21"/>
                    <a:pt x="45" y="0"/>
                    <a:pt x="72" y="0"/>
                  </a:cubicBezTo>
                  <a:cubicBezTo>
                    <a:pt x="92" y="0"/>
                    <a:pt x="109" y="12"/>
                    <a:pt x="116" y="30"/>
                  </a:cubicBezTo>
                  <a:cubicBezTo>
                    <a:pt x="121" y="26"/>
                    <a:pt x="126" y="24"/>
                    <a:pt x="132" y="24"/>
                  </a:cubicBezTo>
                  <a:cubicBezTo>
                    <a:pt x="145" y="24"/>
                    <a:pt x="156" y="35"/>
                    <a:pt x="156" y="48"/>
                  </a:cubicBezTo>
                  <a:cubicBezTo>
                    <a:pt x="156" y="53"/>
                    <a:pt x="155" y="57"/>
                    <a:pt x="152" y="61"/>
                  </a:cubicBezTo>
                  <a:cubicBezTo>
                    <a:pt x="168" y="65"/>
                    <a:pt x="180" y="79"/>
                    <a:pt x="180" y="96"/>
                  </a:cubicBezTo>
                  <a:cubicBezTo>
                    <a:pt x="180" y="116"/>
                    <a:pt x="164" y="132"/>
                    <a:pt x="144" y="132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67676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9" name="Google Shape;349;g3072d353d33_0_186"/>
          <p:cNvGrpSpPr/>
          <p:nvPr/>
        </p:nvGrpSpPr>
        <p:grpSpPr>
          <a:xfrm>
            <a:off x="9814281" y="1332571"/>
            <a:ext cx="583929" cy="579378"/>
            <a:chOff x="10598150" y="2325688"/>
            <a:chExt cx="611188" cy="606425"/>
          </a:xfrm>
        </p:grpSpPr>
        <p:sp>
          <p:nvSpPr>
            <p:cNvPr id="350" name="Google Shape;350;g3072d353d33_0_186"/>
            <p:cNvSpPr/>
            <p:nvPr/>
          </p:nvSpPr>
          <p:spPr>
            <a:xfrm>
              <a:off x="10763250" y="2482850"/>
              <a:ext cx="281100" cy="2889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g3072d353d33_0_186"/>
            <p:cNvSpPr/>
            <p:nvPr/>
          </p:nvSpPr>
          <p:spPr>
            <a:xfrm>
              <a:off x="10871200" y="2325688"/>
              <a:ext cx="63500" cy="130175"/>
            </a:xfrm>
            <a:custGeom>
              <a:avLst/>
              <a:gdLst/>
              <a:ahLst/>
              <a:cxnLst/>
              <a:rect l="l" t="t" r="r" b="b"/>
              <a:pathLst>
                <a:path w="17" h="35" extrusionOk="0">
                  <a:moveTo>
                    <a:pt x="16" y="22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1" y="11"/>
                    <a:pt x="17" y="0"/>
                    <a:pt x="17" y="0"/>
                  </a:cubicBezTo>
                  <a:cubicBezTo>
                    <a:pt x="1" y="14"/>
                    <a:pt x="0" y="22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ubicBezTo>
                    <a:pt x="13" y="35"/>
                    <a:pt x="17" y="31"/>
                    <a:pt x="17" y="26"/>
                  </a:cubicBezTo>
                  <a:cubicBezTo>
                    <a:pt x="17" y="25"/>
                    <a:pt x="17" y="23"/>
                    <a:pt x="16" y="2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g3072d353d33_0_186"/>
            <p:cNvSpPr/>
            <p:nvPr/>
          </p:nvSpPr>
          <p:spPr>
            <a:xfrm>
              <a:off x="10755313" y="2339975"/>
              <a:ext cx="79375" cy="138113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17" y="21"/>
                  </a:moveTo>
                  <a:cubicBezTo>
                    <a:pt x="17" y="21"/>
                    <a:pt x="17" y="21"/>
                    <a:pt x="17" y="21"/>
                  </a:cubicBezTo>
                  <a:cubicBezTo>
                    <a:pt x="8" y="12"/>
                    <a:pt x="9" y="0"/>
                    <a:pt x="9" y="0"/>
                  </a:cubicBezTo>
                  <a:cubicBezTo>
                    <a:pt x="0" y="19"/>
                    <a:pt x="2" y="27"/>
                    <a:pt x="4" y="31"/>
                  </a:cubicBezTo>
                  <a:cubicBezTo>
                    <a:pt x="6" y="35"/>
                    <a:pt x="10" y="37"/>
                    <a:pt x="15" y="35"/>
                  </a:cubicBezTo>
                  <a:cubicBezTo>
                    <a:pt x="19" y="33"/>
                    <a:pt x="21" y="28"/>
                    <a:pt x="19" y="24"/>
                  </a:cubicBezTo>
                  <a:cubicBezTo>
                    <a:pt x="19" y="23"/>
                    <a:pt x="18" y="21"/>
                    <a:pt x="17" y="2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g3072d353d33_0_186"/>
            <p:cNvSpPr/>
            <p:nvPr/>
          </p:nvSpPr>
          <p:spPr>
            <a:xfrm>
              <a:off x="10658475" y="2436813"/>
              <a:ext cx="96838" cy="1206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8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5" y="11"/>
                    <a:pt x="0" y="0"/>
                    <a:pt x="0" y="0"/>
                  </a:cubicBezTo>
                  <a:cubicBezTo>
                    <a:pt x="3" y="21"/>
                    <a:pt x="8" y="27"/>
                    <a:pt x="12" y="29"/>
                  </a:cubicBezTo>
                  <a:cubicBezTo>
                    <a:pt x="15" y="32"/>
                    <a:pt x="21" y="31"/>
                    <a:pt x="24" y="27"/>
                  </a:cubicBezTo>
                  <a:cubicBezTo>
                    <a:pt x="26" y="23"/>
                    <a:pt x="25" y="18"/>
                    <a:pt x="22" y="15"/>
                  </a:cubicBezTo>
                  <a:cubicBezTo>
                    <a:pt x="20" y="14"/>
                    <a:pt x="19" y="14"/>
                    <a:pt x="18" y="14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g3072d353d33_0_186"/>
            <p:cNvSpPr/>
            <p:nvPr/>
          </p:nvSpPr>
          <p:spPr>
            <a:xfrm>
              <a:off x="10598150" y="2590800"/>
              <a:ext cx="127000" cy="71438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0" y="7"/>
                    <a:pt x="0" y="0"/>
                    <a:pt x="0" y="0"/>
                  </a:cubicBezTo>
                  <a:cubicBezTo>
                    <a:pt x="13" y="17"/>
                    <a:pt x="20" y="18"/>
                    <a:pt x="24" y="19"/>
                  </a:cubicBezTo>
                  <a:cubicBezTo>
                    <a:pt x="29" y="19"/>
                    <a:pt x="33" y="16"/>
                    <a:pt x="33" y="11"/>
                  </a:cubicBezTo>
                  <a:cubicBezTo>
                    <a:pt x="34" y="6"/>
                    <a:pt x="30" y="2"/>
                    <a:pt x="26" y="2"/>
                  </a:cubicBezTo>
                  <a:cubicBezTo>
                    <a:pt x="24" y="2"/>
                    <a:pt x="23" y="2"/>
                    <a:pt x="21" y="3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g3072d353d33_0_186"/>
            <p:cNvSpPr/>
            <p:nvPr/>
          </p:nvSpPr>
          <p:spPr>
            <a:xfrm>
              <a:off x="10620375" y="2700338"/>
              <a:ext cx="134938" cy="82550"/>
            </a:xfrm>
            <a:custGeom>
              <a:avLst/>
              <a:gdLst/>
              <a:ahLst/>
              <a:cxnLst/>
              <a:rect l="l" t="t" r="r" b="b"/>
              <a:pathLst>
                <a:path w="36" h="22" extrusionOk="0">
                  <a:moveTo>
                    <a:pt x="20" y="5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12" y="14"/>
                    <a:pt x="0" y="13"/>
                    <a:pt x="0" y="13"/>
                  </a:cubicBezTo>
                  <a:cubicBezTo>
                    <a:pt x="19" y="22"/>
                    <a:pt x="27" y="20"/>
                    <a:pt x="30" y="18"/>
                  </a:cubicBezTo>
                  <a:cubicBezTo>
                    <a:pt x="34" y="16"/>
                    <a:pt x="36" y="11"/>
                    <a:pt x="34" y="7"/>
                  </a:cubicBezTo>
                  <a:cubicBezTo>
                    <a:pt x="32" y="2"/>
                    <a:pt x="27" y="0"/>
                    <a:pt x="23" y="2"/>
                  </a:cubicBezTo>
                  <a:cubicBezTo>
                    <a:pt x="22" y="3"/>
                    <a:pt x="21" y="4"/>
                    <a:pt x="20" y="5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g3072d353d33_0_186"/>
            <p:cNvSpPr/>
            <p:nvPr/>
          </p:nvSpPr>
          <p:spPr>
            <a:xfrm>
              <a:off x="10717213" y="2778125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1" y="20"/>
                    <a:pt x="0" y="26"/>
                    <a:pt x="0" y="26"/>
                  </a:cubicBezTo>
                  <a:cubicBezTo>
                    <a:pt x="21" y="23"/>
                    <a:pt x="27" y="17"/>
                    <a:pt x="29" y="14"/>
                  </a:cubicBezTo>
                  <a:cubicBezTo>
                    <a:pt x="32" y="10"/>
                    <a:pt x="31" y="5"/>
                    <a:pt x="27" y="2"/>
                  </a:cubicBezTo>
                  <a:cubicBezTo>
                    <a:pt x="23" y="0"/>
                    <a:pt x="18" y="1"/>
                    <a:pt x="15" y="4"/>
                  </a:cubicBezTo>
                  <a:cubicBezTo>
                    <a:pt x="14" y="6"/>
                    <a:pt x="14" y="7"/>
                    <a:pt x="14" y="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g3072d353d33_0_186"/>
            <p:cNvSpPr/>
            <p:nvPr/>
          </p:nvSpPr>
          <p:spPr>
            <a:xfrm>
              <a:off x="10868025" y="2805113"/>
              <a:ext cx="71438" cy="127000"/>
            </a:xfrm>
            <a:custGeom>
              <a:avLst/>
              <a:gdLst/>
              <a:ahLst/>
              <a:cxnLst/>
              <a:rect l="l" t="t" r="r" b="b"/>
              <a:pathLst>
                <a:path w="19" h="34" extrusionOk="0"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7" y="24"/>
                    <a:pt x="0" y="34"/>
                    <a:pt x="0" y="34"/>
                  </a:cubicBezTo>
                  <a:cubicBezTo>
                    <a:pt x="17" y="21"/>
                    <a:pt x="19" y="14"/>
                    <a:pt x="19" y="10"/>
                  </a:cubicBezTo>
                  <a:cubicBezTo>
                    <a:pt x="19" y="5"/>
                    <a:pt x="16" y="0"/>
                    <a:pt x="11" y="0"/>
                  </a:cubicBezTo>
                  <a:cubicBezTo>
                    <a:pt x="6" y="0"/>
                    <a:pt x="2" y="3"/>
                    <a:pt x="2" y="8"/>
                  </a:cubicBezTo>
                  <a:cubicBezTo>
                    <a:pt x="2" y="10"/>
                    <a:pt x="2" y="11"/>
                    <a:pt x="3" y="1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g3072d353d33_0_186"/>
            <p:cNvSpPr/>
            <p:nvPr/>
          </p:nvSpPr>
          <p:spPr>
            <a:xfrm>
              <a:off x="10980738" y="2778125"/>
              <a:ext cx="77788" cy="139700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13" y="25"/>
                    <a:pt x="12" y="37"/>
                    <a:pt x="12" y="37"/>
                  </a:cubicBezTo>
                  <a:cubicBezTo>
                    <a:pt x="21" y="17"/>
                    <a:pt x="18" y="10"/>
                    <a:pt x="17" y="6"/>
                  </a:cubicBezTo>
                  <a:cubicBezTo>
                    <a:pt x="15" y="2"/>
                    <a:pt x="10" y="0"/>
                    <a:pt x="6" y="2"/>
                  </a:cubicBezTo>
                  <a:cubicBezTo>
                    <a:pt x="1" y="4"/>
                    <a:pt x="0" y="9"/>
                    <a:pt x="1" y="13"/>
                  </a:cubicBezTo>
                  <a:cubicBezTo>
                    <a:pt x="2" y="15"/>
                    <a:pt x="3" y="16"/>
                    <a:pt x="4" y="17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g3072d353d33_0_186"/>
            <p:cNvSpPr/>
            <p:nvPr/>
          </p:nvSpPr>
          <p:spPr>
            <a:xfrm>
              <a:off x="11052175" y="2695575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7" h="33" extrusionOk="0">
                  <a:moveTo>
                    <a:pt x="9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2" y="21"/>
                    <a:pt x="27" y="33"/>
                    <a:pt x="27" y="33"/>
                  </a:cubicBezTo>
                  <a:cubicBezTo>
                    <a:pt x="25" y="11"/>
                    <a:pt x="19" y="6"/>
                    <a:pt x="15" y="4"/>
                  </a:cubicBezTo>
                  <a:cubicBezTo>
                    <a:pt x="11" y="0"/>
                    <a:pt x="6" y="2"/>
                    <a:pt x="3" y="6"/>
                  </a:cubicBezTo>
                  <a:cubicBezTo>
                    <a:pt x="0" y="9"/>
                    <a:pt x="1" y="15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g3072d353d33_0_186"/>
            <p:cNvSpPr/>
            <p:nvPr/>
          </p:nvSpPr>
          <p:spPr>
            <a:xfrm>
              <a:off x="11077575" y="2595563"/>
              <a:ext cx="131763" cy="63500"/>
            </a:xfrm>
            <a:custGeom>
              <a:avLst/>
              <a:gdLst/>
              <a:ahLst/>
              <a:cxnLst/>
              <a:rect l="l" t="t" r="r" b="b"/>
              <a:pathLst>
                <a:path w="35" h="17" extrusionOk="0">
                  <a:moveTo>
                    <a:pt x="13" y="16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24" y="11"/>
                    <a:pt x="35" y="17"/>
                    <a:pt x="35" y="17"/>
                  </a:cubicBezTo>
                  <a:cubicBezTo>
                    <a:pt x="21" y="1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0" y="17"/>
                    <a:pt x="12" y="17"/>
                    <a:pt x="13" y="16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g3072d353d33_0_186"/>
            <p:cNvSpPr/>
            <p:nvPr/>
          </p:nvSpPr>
          <p:spPr>
            <a:xfrm>
              <a:off x="11052175" y="2474913"/>
              <a:ext cx="138113" cy="85725"/>
            </a:xfrm>
            <a:custGeom>
              <a:avLst/>
              <a:gdLst/>
              <a:ahLst/>
              <a:cxnLst/>
              <a:rect l="l" t="t" r="r" b="b"/>
              <a:pathLst>
                <a:path w="37" h="23" extrusionOk="0">
                  <a:moveTo>
                    <a:pt x="18" y="18"/>
                  </a:moveTo>
                  <a:cubicBezTo>
                    <a:pt x="18" y="18"/>
                    <a:pt x="18" y="18"/>
                    <a:pt x="18" y="18"/>
                  </a:cubicBezTo>
                  <a:cubicBezTo>
                    <a:pt x="25" y="7"/>
                    <a:pt x="37" y="8"/>
                    <a:pt x="37" y="8"/>
                  </a:cubicBezTo>
                  <a:cubicBezTo>
                    <a:pt x="17" y="0"/>
                    <a:pt x="10" y="4"/>
                    <a:pt x="6" y="6"/>
                  </a:cubicBezTo>
                  <a:cubicBezTo>
                    <a:pt x="2" y="8"/>
                    <a:pt x="0" y="13"/>
                    <a:pt x="3" y="17"/>
                  </a:cubicBezTo>
                  <a:cubicBezTo>
                    <a:pt x="5" y="21"/>
                    <a:pt x="10" y="23"/>
                    <a:pt x="15" y="21"/>
                  </a:cubicBezTo>
                  <a:cubicBezTo>
                    <a:pt x="16" y="20"/>
                    <a:pt x="17" y="19"/>
                    <a:pt x="18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g3072d353d33_0_186"/>
            <p:cNvSpPr/>
            <p:nvPr/>
          </p:nvSpPr>
          <p:spPr>
            <a:xfrm>
              <a:off x="10972800" y="2381250"/>
              <a:ext cx="112713" cy="101600"/>
            </a:xfrm>
            <a:custGeom>
              <a:avLst/>
              <a:gdLst/>
              <a:ahLst/>
              <a:cxnLst/>
              <a:rect l="l" t="t" r="r" b="b"/>
              <a:pathLst>
                <a:path w="30" h="27" extrusionOk="0">
                  <a:moveTo>
                    <a:pt x="19" y="18"/>
                  </a:moveTo>
                  <a:cubicBezTo>
                    <a:pt x="19" y="18"/>
                    <a:pt x="19" y="18"/>
                    <a:pt x="19" y="18"/>
                  </a:cubicBezTo>
                  <a:cubicBezTo>
                    <a:pt x="20" y="6"/>
                    <a:pt x="30" y="0"/>
                    <a:pt x="30" y="0"/>
                  </a:cubicBezTo>
                  <a:cubicBezTo>
                    <a:pt x="10" y="4"/>
                    <a:pt x="5" y="10"/>
                    <a:pt x="3" y="13"/>
                  </a:cubicBezTo>
                  <a:cubicBezTo>
                    <a:pt x="0" y="17"/>
                    <a:pt x="2" y="23"/>
                    <a:pt x="6" y="25"/>
                  </a:cubicBezTo>
                  <a:cubicBezTo>
                    <a:pt x="10" y="27"/>
                    <a:pt x="15" y="26"/>
                    <a:pt x="17" y="22"/>
                  </a:cubicBezTo>
                  <a:cubicBezTo>
                    <a:pt x="18" y="21"/>
                    <a:pt x="19" y="19"/>
                    <a:pt x="19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072d353d33_0_212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MAQUETTE support COPIL - slide 2</a:t>
            </a:r>
            <a:endParaRPr sz="1800" b="1"/>
          </a:p>
        </p:txBody>
      </p:sp>
      <p:grpSp>
        <p:nvGrpSpPr>
          <p:cNvPr id="368" name="Google Shape;368;g3072d353d33_0_212"/>
          <p:cNvGrpSpPr/>
          <p:nvPr/>
        </p:nvGrpSpPr>
        <p:grpSpPr>
          <a:xfrm>
            <a:off x="98902" y="617276"/>
            <a:ext cx="6507698" cy="3075840"/>
            <a:chOff x="95066" y="-291283"/>
            <a:chExt cx="4804857" cy="2354440"/>
          </a:xfrm>
        </p:grpSpPr>
        <p:sp>
          <p:nvSpPr>
            <p:cNvPr id="369" name="Google Shape;369;g3072d353d33_0_212"/>
            <p:cNvSpPr txBox="1"/>
            <p:nvPr/>
          </p:nvSpPr>
          <p:spPr>
            <a:xfrm>
              <a:off x="95066" y="-291283"/>
              <a:ext cx="4776600" cy="16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2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81D74"/>
                </a:buClr>
                <a:buSzPts val="800"/>
                <a:buFont typeface="Arial"/>
                <a:buNone/>
              </a:pPr>
              <a:r>
                <a:rPr lang="en-US" sz="800" b="1" i="0" u="none" strike="noStrike" cap="none">
                  <a:solidFill>
                    <a:srgbClr val="581D74"/>
                  </a:solidFill>
                  <a:latin typeface="Arial"/>
                  <a:ea typeface="Arial"/>
                  <a:cs typeface="Arial"/>
                  <a:sym typeface="Arial"/>
                </a:rPr>
                <a:t>Roadmap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3072d353d33_0_212"/>
            <p:cNvSpPr/>
            <p:nvPr/>
          </p:nvSpPr>
          <p:spPr>
            <a:xfrm>
              <a:off x="136523" y="-114843"/>
              <a:ext cx="4763400" cy="21780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81D7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1" name="Google Shape;371;g3072d353d33_0_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00" y="1014450"/>
            <a:ext cx="5570299" cy="261379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g3072d353d33_0_212"/>
          <p:cNvSpPr txBox="1"/>
          <p:nvPr/>
        </p:nvSpPr>
        <p:spPr>
          <a:xfrm>
            <a:off x="6732250" y="1539375"/>
            <a:ext cx="231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581D74"/>
                </a:solidFill>
              </a:rPr>
              <a:t>Pour information et/ou discussions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072d353d33_0_212"/>
          <p:cNvSpPr/>
          <p:nvPr/>
        </p:nvSpPr>
        <p:spPr>
          <a:xfrm>
            <a:off x="6742700" y="1772050"/>
            <a:ext cx="2313900" cy="1921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072d353d33_0_212"/>
          <p:cNvSpPr txBox="1"/>
          <p:nvPr/>
        </p:nvSpPr>
        <p:spPr>
          <a:xfrm>
            <a:off x="6924700" y="1772050"/>
            <a:ext cx="1785600" cy="4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xxx</a:t>
            </a:r>
            <a:endParaRPr sz="1000">
              <a:solidFill>
                <a:schemeClr val="dk1"/>
              </a:solidFill>
            </a:endParaRPr>
          </a:p>
        </p:txBody>
      </p:sp>
      <p:graphicFrame>
        <p:nvGraphicFramePr>
          <p:cNvPr id="375" name="Google Shape;375;g3072d353d33_0_212"/>
          <p:cNvGraphicFramePr/>
          <p:nvPr/>
        </p:nvGraphicFramePr>
        <p:xfrm>
          <a:off x="155327" y="3879095"/>
          <a:ext cx="8901300" cy="775360"/>
        </p:xfrm>
        <a:graphic>
          <a:graphicData uri="http://schemas.openxmlformats.org/drawingml/2006/table">
            <a:tbl>
              <a:tblPr>
                <a:noFill/>
                <a:tableStyleId>{0E937493-311C-4B09-AB42-98F83098D3E6}</a:tableStyleId>
              </a:tblPr>
              <a:tblGrid>
                <a:gridCol w="58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🕭</a:t>
                      </a:r>
                      <a:endParaRPr sz="2000" b="1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B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Sujets pour décision</a:t>
                      </a:r>
                      <a:r>
                        <a:rPr lang="en-US" sz="900" b="1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(s)</a:t>
                      </a:r>
                      <a:endParaRPr sz="900" b="1" i="0" u="none" strike="noStrike" cap="none">
                        <a:solidFill>
                          <a:srgbClr val="000000"/>
                        </a:solidFill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B9D9"/>
                    </a:solidFill>
                  </a:tcPr>
                </a:tc>
                <a:tc>
                  <a:txBody>
                    <a:bodyPr/>
                    <a:lstStyle/>
                    <a:p>
                      <a:pPr marL="82550" marR="0" lvl="0" indent="-8255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b="1" i="0" u="none" strike="noStrike" cap="none">
                          <a:solidFill>
                            <a:srgbClr val="000000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Décision(s) </a:t>
                      </a:r>
                      <a:r>
                        <a:rPr lang="en-US" sz="700" b="1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prises en séance</a:t>
                      </a: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9B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/>
                        <a:t>XXX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/>
                        <a:t>XXXX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5725" marR="45725" marT="45725" marB="4572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xxx</a:t>
                      </a:r>
                      <a:endParaRPr sz="8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6" name="Google Shape;376;g3072d353d33_0_212"/>
          <p:cNvSpPr/>
          <p:nvPr/>
        </p:nvSpPr>
        <p:spPr>
          <a:xfrm>
            <a:off x="6732250" y="831250"/>
            <a:ext cx="2313900" cy="610800"/>
          </a:xfrm>
          <a:prstGeom prst="rect">
            <a:avLst/>
          </a:prstGeom>
          <a:solidFill>
            <a:srgbClr val="F5E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g3072d353d33_0_212"/>
          <p:cNvSpPr txBox="1"/>
          <p:nvPr/>
        </p:nvSpPr>
        <p:spPr>
          <a:xfrm>
            <a:off x="6732250" y="624975"/>
            <a:ext cx="2313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581D74"/>
                </a:solidFill>
              </a:rPr>
              <a:t>Roadmap : Niveau de confiance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8" name="Google Shape;378;g3072d353d33_0_212"/>
          <p:cNvGrpSpPr/>
          <p:nvPr/>
        </p:nvGrpSpPr>
        <p:grpSpPr>
          <a:xfrm>
            <a:off x="8468894" y="976479"/>
            <a:ext cx="486270" cy="350973"/>
            <a:chOff x="7035831" y="2397735"/>
            <a:chExt cx="1871707" cy="1452103"/>
          </a:xfrm>
        </p:grpSpPr>
        <p:grpSp>
          <p:nvGrpSpPr>
            <p:cNvPr id="379" name="Google Shape;379;g3072d353d33_0_212"/>
            <p:cNvGrpSpPr/>
            <p:nvPr/>
          </p:nvGrpSpPr>
          <p:grpSpPr>
            <a:xfrm>
              <a:off x="7705623" y="2397735"/>
              <a:ext cx="1201915" cy="1192535"/>
              <a:chOff x="10598150" y="2325688"/>
              <a:chExt cx="611195" cy="606425"/>
            </a:xfrm>
          </p:grpSpPr>
          <p:sp>
            <p:nvSpPr>
              <p:cNvPr id="380" name="Google Shape;380;g3072d353d33_0_212"/>
              <p:cNvSpPr/>
              <p:nvPr/>
            </p:nvSpPr>
            <p:spPr>
              <a:xfrm>
                <a:off x="10763250" y="2482850"/>
                <a:ext cx="281100" cy="2889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g3072d353d33_0_212"/>
              <p:cNvSpPr/>
              <p:nvPr/>
            </p:nvSpPr>
            <p:spPr>
              <a:xfrm>
                <a:off x="10871200" y="2325688"/>
                <a:ext cx="63500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7" h="35" extrusionOk="0">
                    <a:moveTo>
                      <a:pt x="16" y="22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1" y="11"/>
                      <a:pt x="17" y="0"/>
                      <a:pt x="17" y="0"/>
                    </a:cubicBezTo>
                    <a:cubicBezTo>
                      <a:pt x="1" y="14"/>
                      <a:pt x="0" y="22"/>
                      <a:pt x="0" y="26"/>
                    </a:cubicBezTo>
                    <a:cubicBezTo>
                      <a:pt x="0" y="31"/>
                      <a:pt x="4" y="35"/>
                      <a:pt x="9" y="35"/>
                    </a:cubicBezTo>
                    <a:cubicBezTo>
                      <a:pt x="13" y="35"/>
                      <a:pt x="17" y="31"/>
                      <a:pt x="17" y="26"/>
                    </a:cubicBezTo>
                    <a:cubicBezTo>
                      <a:pt x="17" y="25"/>
                      <a:pt x="17" y="23"/>
                      <a:pt x="16" y="2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g3072d353d33_0_212"/>
              <p:cNvSpPr/>
              <p:nvPr/>
            </p:nvSpPr>
            <p:spPr>
              <a:xfrm>
                <a:off x="10755313" y="2339975"/>
                <a:ext cx="7937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17" y="21"/>
                    </a:moveTo>
                    <a:cubicBezTo>
                      <a:pt x="17" y="21"/>
                      <a:pt x="17" y="21"/>
                      <a:pt x="17" y="21"/>
                    </a:cubicBezTo>
                    <a:cubicBezTo>
                      <a:pt x="8" y="12"/>
                      <a:pt x="9" y="0"/>
                      <a:pt x="9" y="0"/>
                    </a:cubicBezTo>
                    <a:cubicBezTo>
                      <a:pt x="0" y="19"/>
                      <a:pt x="2" y="27"/>
                      <a:pt x="4" y="31"/>
                    </a:cubicBezTo>
                    <a:cubicBezTo>
                      <a:pt x="6" y="35"/>
                      <a:pt x="10" y="37"/>
                      <a:pt x="15" y="35"/>
                    </a:cubicBezTo>
                    <a:cubicBezTo>
                      <a:pt x="19" y="33"/>
                      <a:pt x="21" y="28"/>
                      <a:pt x="19" y="24"/>
                    </a:cubicBezTo>
                    <a:cubicBezTo>
                      <a:pt x="19" y="23"/>
                      <a:pt x="18" y="21"/>
                      <a:pt x="17" y="21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g3072d353d33_0_212"/>
              <p:cNvSpPr/>
              <p:nvPr/>
            </p:nvSpPr>
            <p:spPr>
              <a:xfrm>
                <a:off x="10658475" y="2436813"/>
                <a:ext cx="9683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6" h="32" extrusionOk="0">
                    <a:moveTo>
                      <a:pt x="18" y="14"/>
                    </a:moveTo>
                    <a:cubicBezTo>
                      <a:pt x="18" y="14"/>
                      <a:pt x="18" y="14"/>
                      <a:pt x="18" y="14"/>
                    </a:cubicBezTo>
                    <a:cubicBezTo>
                      <a:pt x="5" y="11"/>
                      <a:pt x="0" y="0"/>
                      <a:pt x="0" y="0"/>
                    </a:cubicBezTo>
                    <a:cubicBezTo>
                      <a:pt x="3" y="21"/>
                      <a:pt x="8" y="27"/>
                      <a:pt x="12" y="29"/>
                    </a:cubicBezTo>
                    <a:cubicBezTo>
                      <a:pt x="15" y="32"/>
                      <a:pt x="21" y="31"/>
                      <a:pt x="24" y="27"/>
                    </a:cubicBezTo>
                    <a:cubicBezTo>
                      <a:pt x="26" y="23"/>
                      <a:pt x="25" y="18"/>
                      <a:pt x="22" y="15"/>
                    </a:cubicBezTo>
                    <a:cubicBezTo>
                      <a:pt x="20" y="14"/>
                      <a:pt x="19" y="14"/>
                      <a:pt x="18" y="14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g3072d353d33_0_212"/>
              <p:cNvSpPr/>
              <p:nvPr/>
            </p:nvSpPr>
            <p:spPr>
              <a:xfrm>
                <a:off x="10598150" y="2590800"/>
                <a:ext cx="1270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19" extrusionOk="0">
                    <a:moveTo>
                      <a:pt x="21" y="3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0" y="7"/>
                      <a:pt x="0" y="0"/>
                      <a:pt x="0" y="0"/>
                    </a:cubicBezTo>
                    <a:cubicBezTo>
                      <a:pt x="13" y="17"/>
                      <a:pt x="20" y="18"/>
                      <a:pt x="24" y="19"/>
                    </a:cubicBezTo>
                    <a:cubicBezTo>
                      <a:pt x="29" y="19"/>
                      <a:pt x="33" y="16"/>
                      <a:pt x="33" y="11"/>
                    </a:cubicBezTo>
                    <a:cubicBezTo>
                      <a:pt x="34" y="6"/>
                      <a:pt x="30" y="2"/>
                      <a:pt x="26" y="2"/>
                    </a:cubicBezTo>
                    <a:cubicBezTo>
                      <a:pt x="24" y="2"/>
                      <a:pt x="23" y="2"/>
                      <a:pt x="21" y="3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g3072d353d33_0_212"/>
              <p:cNvSpPr/>
              <p:nvPr/>
            </p:nvSpPr>
            <p:spPr>
              <a:xfrm>
                <a:off x="10620375" y="2700338"/>
                <a:ext cx="1349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22" extrusionOk="0">
                    <a:moveTo>
                      <a:pt x="20" y="5"/>
                    </a:moveTo>
                    <a:cubicBezTo>
                      <a:pt x="20" y="5"/>
                      <a:pt x="20" y="5"/>
                      <a:pt x="20" y="5"/>
                    </a:cubicBezTo>
                    <a:cubicBezTo>
                      <a:pt x="12" y="14"/>
                      <a:pt x="0" y="13"/>
                      <a:pt x="0" y="13"/>
                    </a:cubicBezTo>
                    <a:cubicBezTo>
                      <a:pt x="19" y="22"/>
                      <a:pt x="27" y="20"/>
                      <a:pt x="30" y="18"/>
                    </a:cubicBezTo>
                    <a:cubicBezTo>
                      <a:pt x="34" y="16"/>
                      <a:pt x="36" y="11"/>
                      <a:pt x="34" y="7"/>
                    </a:cubicBezTo>
                    <a:cubicBezTo>
                      <a:pt x="32" y="2"/>
                      <a:pt x="27" y="0"/>
                      <a:pt x="23" y="2"/>
                    </a:cubicBezTo>
                    <a:cubicBezTo>
                      <a:pt x="22" y="3"/>
                      <a:pt x="21" y="4"/>
                      <a:pt x="20" y="5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g3072d353d33_0_212"/>
              <p:cNvSpPr/>
              <p:nvPr/>
            </p:nvSpPr>
            <p:spPr>
              <a:xfrm>
                <a:off x="10717213" y="2778125"/>
                <a:ext cx="12065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" extrusionOk="0">
                    <a:moveTo>
                      <a:pt x="14" y="8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11" y="20"/>
                      <a:pt x="0" y="26"/>
                      <a:pt x="0" y="26"/>
                    </a:cubicBezTo>
                    <a:cubicBezTo>
                      <a:pt x="21" y="23"/>
                      <a:pt x="27" y="17"/>
                      <a:pt x="29" y="14"/>
                    </a:cubicBezTo>
                    <a:cubicBezTo>
                      <a:pt x="32" y="10"/>
                      <a:pt x="31" y="5"/>
                      <a:pt x="27" y="2"/>
                    </a:cubicBezTo>
                    <a:cubicBezTo>
                      <a:pt x="23" y="0"/>
                      <a:pt x="18" y="1"/>
                      <a:pt x="15" y="4"/>
                    </a:cubicBezTo>
                    <a:cubicBezTo>
                      <a:pt x="14" y="6"/>
                      <a:pt x="14" y="7"/>
                      <a:pt x="14" y="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g3072d353d33_0_212"/>
              <p:cNvSpPr/>
              <p:nvPr/>
            </p:nvSpPr>
            <p:spPr>
              <a:xfrm>
                <a:off x="10868025" y="2805113"/>
                <a:ext cx="71438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34" extrusionOk="0">
                    <a:moveTo>
                      <a:pt x="3" y="12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7" y="24"/>
                      <a:pt x="0" y="34"/>
                      <a:pt x="0" y="34"/>
                    </a:cubicBezTo>
                    <a:cubicBezTo>
                      <a:pt x="17" y="21"/>
                      <a:pt x="19" y="14"/>
                      <a:pt x="19" y="10"/>
                    </a:cubicBezTo>
                    <a:cubicBezTo>
                      <a:pt x="19" y="5"/>
                      <a:pt x="16" y="0"/>
                      <a:pt x="11" y="0"/>
                    </a:cubicBezTo>
                    <a:cubicBezTo>
                      <a:pt x="6" y="0"/>
                      <a:pt x="2" y="3"/>
                      <a:pt x="2" y="8"/>
                    </a:cubicBezTo>
                    <a:cubicBezTo>
                      <a:pt x="2" y="10"/>
                      <a:pt x="2" y="11"/>
                      <a:pt x="3" y="1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g3072d353d33_0_212"/>
              <p:cNvSpPr/>
              <p:nvPr/>
            </p:nvSpPr>
            <p:spPr>
              <a:xfrm>
                <a:off x="10980738" y="2778125"/>
                <a:ext cx="77788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4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13" y="25"/>
                      <a:pt x="12" y="37"/>
                      <a:pt x="12" y="37"/>
                    </a:cubicBezTo>
                    <a:cubicBezTo>
                      <a:pt x="21" y="17"/>
                      <a:pt x="18" y="10"/>
                      <a:pt x="17" y="6"/>
                    </a:cubicBezTo>
                    <a:cubicBezTo>
                      <a:pt x="15" y="2"/>
                      <a:pt x="10" y="0"/>
                      <a:pt x="6" y="2"/>
                    </a:cubicBezTo>
                    <a:cubicBezTo>
                      <a:pt x="1" y="4"/>
                      <a:pt x="0" y="9"/>
                      <a:pt x="1" y="13"/>
                    </a:cubicBezTo>
                    <a:cubicBezTo>
                      <a:pt x="2" y="15"/>
                      <a:pt x="3" y="16"/>
                      <a:pt x="4" y="17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g3072d353d33_0_212"/>
              <p:cNvSpPr/>
              <p:nvPr/>
            </p:nvSpPr>
            <p:spPr>
              <a:xfrm>
                <a:off x="11052185" y="2695575"/>
                <a:ext cx="101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7" h="33" extrusionOk="0">
                    <a:moveTo>
                      <a:pt x="9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22" y="21"/>
                      <a:pt x="27" y="33"/>
                      <a:pt x="27" y="33"/>
                    </a:cubicBezTo>
                    <a:cubicBezTo>
                      <a:pt x="25" y="11"/>
                      <a:pt x="19" y="6"/>
                      <a:pt x="15" y="4"/>
                    </a:cubicBezTo>
                    <a:cubicBezTo>
                      <a:pt x="11" y="0"/>
                      <a:pt x="6" y="2"/>
                      <a:pt x="3" y="6"/>
                    </a:cubicBezTo>
                    <a:cubicBezTo>
                      <a:pt x="0" y="9"/>
                      <a:pt x="1" y="15"/>
                      <a:pt x="5" y="18"/>
                    </a:cubicBezTo>
                    <a:cubicBezTo>
                      <a:pt x="7" y="19"/>
                      <a:pt x="8" y="19"/>
                      <a:pt x="9" y="19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g3072d353d33_0_212"/>
              <p:cNvSpPr/>
              <p:nvPr/>
            </p:nvSpPr>
            <p:spPr>
              <a:xfrm>
                <a:off x="11077581" y="2595563"/>
                <a:ext cx="131764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7" extrusionOk="0">
                    <a:moveTo>
                      <a:pt x="13" y="16"/>
                    </a:moveTo>
                    <a:cubicBezTo>
                      <a:pt x="13" y="16"/>
                      <a:pt x="13" y="16"/>
                      <a:pt x="13" y="16"/>
                    </a:cubicBezTo>
                    <a:cubicBezTo>
                      <a:pt x="24" y="11"/>
                      <a:pt x="35" y="17"/>
                      <a:pt x="35" y="17"/>
                    </a:cubicBezTo>
                    <a:cubicBezTo>
                      <a:pt x="21" y="1"/>
                      <a:pt x="13" y="0"/>
                      <a:pt x="9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10" y="17"/>
                      <a:pt x="12" y="17"/>
                      <a:pt x="13" y="16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g3072d353d33_0_212"/>
              <p:cNvSpPr/>
              <p:nvPr/>
            </p:nvSpPr>
            <p:spPr>
              <a:xfrm>
                <a:off x="11052185" y="2474913"/>
                <a:ext cx="138113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23" extrusionOk="0"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25" y="7"/>
                      <a:pt x="37" y="8"/>
                      <a:pt x="37" y="8"/>
                    </a:cubicBezTo>
                    <a:cubicBezTo>
                      <a:pt x="17" y="0"/>
                      <a:pt x="10" y="4"/>
                      <a:pt x="6" y="6"/>
                    </a:cubicBezTo>
                    <a:cubicBezTo>
                      <a:pt x="2" y="8"/>
                      <a:pt x="0" y="13"/>
                      <a:pt x="3" y="17"/>
                    </a:cubicBezTo>
                    <a:cubicBezTo>
                      <a:pt x="5" y="21"/>
                      <a:pt x="10" y="23"/>
                      <a:pt x="15" y="21"/>
                    </a:cubicBezTo>
                    <a:cubicBezTo>
                      <a:pt x="16" y="20"/>
                      <a:pt x="17" y="19"/>
                      <a:pt x="18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g3072d353d33_0_212"/>
              <p:cNvSpPr/>
              <p:nvPr/>
            </p:nvSpPr>
            <p:spPr>
              <a:xfrm>
                <a:off x="10972800" y="2381250"/>
                <a:ext cx="112713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27" extrusionOk="0"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6"/>
                      <a:pt x="30" y="0"/>
                      <a:pt x="30" y="0"/>
                    </a:cubicBezTo>
                    <a:cubicBezTo>
                      <a:pt x="10" y="4"/>
                      <a:pt x="5" y="10"/>
                      <a:pt x="3" y="13"/>
                    </a:cubicBezTo>
                    <a:cubicBezTo>
                      <a:pt x="0" y="17"/>
                      <a:pt x="2" y="23"/>
                      <a:pt x="6" y="25"/>
                    </a:cubicBezTo>
                    <a:cubicBezTo>
                      <a:pt x="10" y="27"/>
                      <a:pt x="15" y="26"/>
                      <a:pt x="17" y="22"/>
                    </a:cubicBezTo>
                    <a:cubicBezTo>
                      <a:pt x="18" y="21"/>
                      <a:pt x="19" y="19"/>
                      <a:pt x="19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3" name="Google Shape;393;g3072d353d33_0_212"/>
            <p:cNvSpPr/>
            <p:nvPr/>
          </p:nvSpPr>
          <p:spPr>
            <a:xfrm>
              <a:off x="7035831" y="2771780"/>
              <a:ext cx="1729445" cy="1078058"/>
            </a:xfrm>
            <a:custGeom>
              <a:avLst/>
              <a:gdLst/>
              <a:ahLst/>
              <a:cxnLst/>
              <a:rect l="l" t="t" r="r" b="b"/>
              <a:pathLst>
                <a:path w="180" h="132" extrusionOk="0">
                  <a:moveTo>
                    <a:pt x="144" y="132"/>
                  </a:moveTo>
                  <a:cubicBezTo>
                    <a:pt x="42" y="132"/>
                    <a:pt x="42" y="132"/>
                    <a:pt x="42" y="132"/>
                  </a:cubicBezTo>
                  <a:cubicBezTo>
                    <a:pt x="19" y="132"/>
                    <a:pt x="0" y="113"/>
                    <a:pt x="0" y="90"/>
                  </a:cubicBezTo>
                  <a:cubicBezTo>
                    <a:pt x="0" y="73"/>
                    <a:pt x="10" y="59"/>
                    <a:pt x="24" y="52"/>
                  </a:cubicBezTo>
                  <a:cubicBezTo>
                    <a:pt x="24" y="51"/>
                    <a:pt x="24" y="49"/>
                    <a:pt x="24" y="48"/>
                  </a:cubicBezTo>
                  <a:cubicBezTo>
                    <a:pt x="24" y="21"/>
                    <a:pt x="45" y="0"/>
                    <a:pt x="72" y="0"/>
                  </a:cubicBezTo>
                  <a:cubicBezTo>
                    <a:pt x="92" y="0"/>
                    <a:pt x="109" y="12"/>
                    <a:pt x="116" y="30"/>
                  </a:cubicBezTo>
                  <a:cubicBezTo>
                    <a:pt x="121" y="26"/>
                    <a:pt x="126" y="24"/>
                    <a:pt x="132" y="24"/>
                  </a:cubicBezTo>
                  <a:cubicBezTo>
                    <a:pt x="145" y="24"/>
                    <a:pt x="156" y="35"/>
                    <a:pt x="156" y="48"/>
                  </a:cubicBezTo>
                  <a:cubicBezTo>
                    <a:pt x="156" y="53"/>
                    <a:pt x="155" y="57"/>
                    <a:pt x="152" y="61"/>
                  </a:cubicBezTo>
                  <a:cubicBezTo>
                    <a:pt x="168" y="65"/>
                    <a:pt x="180" y="79"/>
                    <a:pt x="180" y="96"/>
                  </a:cubicBezTo>
                  <a:cubicBezTo>
                    <a:pt x="180" y="116"/>
                    <a:pt x="164" y="132"/>
                    <a:pt x="144" y="132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67676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g3072d353d33_0_212"/>
          <p:cNvSpPr txBox="1"/>
          <p:nvPr/>
        </p:nvSpPr>
        <p:spPr>
          <a:xfrm>
            <a:off x="6818900" y="946425"/>
            <a:ext cx="1573500" cy="3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Pourcentage d’erreur de 20 %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95" name="Google Shape;395;g3072d353d33_0_212"/>
          <p:cNvSpPr/>
          <p:nvPr/>
        </p:nvSpPr>
        <p:spPr>
          <a:xfrm>
            <a:off x="10011107" y="3749632"/>
            <a:ext cx="293458" cy="508005"/>
          </a:xfrm>
          <a:custGeom>
            <a:avLst/>
            <a:gdLst/>
            <a:ahLst/>
            <a:cxnLst/>
            <a:rect l="l" t="t" r="r" b="b"/>
            <a:pathLst>
              <a:path w="238" h="412" extrusionOk="0">
                <a:moveTo>
                  <a:pt x="111" y="0"/>
                </a:moveTo>
                <a:lnTo>
                  <a:pt x="238" y="0"/>
                </a:lnTo>
                <a:lnTo>
                  <a:pt x="125" y="159"/>
                </a:lnTo>
                <a:lnTo>
                  <a:pt x="236" y="159"/>
                </a:lnTo>
                <a:lnTo>
                  <a:pt x="35" y="412"/>
                </a:lnTo>
                <a:lnTo>
                  <a:pt x="120" y="239"/>
                </a:lnTo>
                <a:lnTo>
                  <a:pt x="0" y="239"/>
                </a:lnTo>
                <a:lnTo>
                  <a:pt x="111" y="0"/>
                </a:lnTo>
                <a:lnTo>
                  <a:pt x="111" y="0"/>
                </a:lnTo>
                <a:close/>
              </a:path>
            </a:pathLst>
          </a:custGeom>
          <a:solidFill>
            <a:srgbClr val="7BD4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g3072d353d33_0_212"/>
          <p:cNvGrpSpPr/>
          <p:nvPr/>
        </p:nvGrpSpPr>
        <p:grpSpPr>
          <a:xfrm>
            <a:off x="9902673" y="3124444"/>
            <a:ext cx="511039" cy="537366"/>
            <a:chOff x="9515476" y="2732088"/>
            <a:chExt cx="523874" cy="550862"/>
          </a:xfrm>
        </p:grpSpPr>
        <p:sp>
          <p:nvSpPr>
            <p:cNvPr id="397" name="Google Shape;397;g3072d353d33_0_212"/>
            <p:cNvSpPr/>
            <p:nvPr/>
          </p:nvSpPr>
          <p:spPr>
            <a:xfrm>
              <a:off x="9788525" y="3113088"/>
              <a:ext cx="68262" cy="98425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18" y="17"/>
                  </a:moveTo>
                  <a:cubicBezTo>
                    <a:pt x="18" y="22"/>
                    <a:pt x="14" y="26"/>
                    <a:pt x="9" y="26"/>
                  </a:cubicBezTo>
                  <a:cubicBezTo>
                    <a:pt x="5" y="26"/>
                    <a:pt x="0" y="22"/>
                    <a:pt x="0" y="17"/>
                  </a:cubicBezTo>
                  <a:cubicBezTo>
                    <a:pt x="0" y="13"/>
                    <a:pt x="13" y="0"/>
                    <a:pt x="13" y="0"/>
                  </a:cubicBezTo>
                  <a:cubicBezTo>
                    <a:pt x="13" y="0"/>
                    <a:pt x="18" y="13"/>
                    <a:pt x="18" y="17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g3072d353d33_0_212"/>
            <p:cNvSpPr/>
            <p:nvPr/>
          </p:nvSpPr>
          <p:spPr>
            <a:xfrm>
              <a:off x="9634538" y="3125788"/>
              <a:ext cx="52387" cy="77787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14"/>
                  </a:moveTo>
                  <a:cubicBezTo>
                    <a:pt x="14" y="18"/>
                    <a:pt x="11" y="21"/>
                    <a:pt x="7" y="21"/>
                  </a:cubicBezTo>
                  <a:cubicBezTo>
                    <a:pt x="3" y="21"/>
                    <a:pt x="0" y="18"/>
                    <a:pt x="0" y="14"/>
                  </a:cubicBezTo>
                  <a:cubicBezTo>
                    <a:pt x="0" y="10"/>
                    <a:pt x="11" y="0"/>
                    <a:pt x="11" y="0"/>
                  </a:cubicBezTo>
                  <a:cubicBezTo>
                    <a:pt x="11" y="0"/>
                    <a:pt x="14" y="10"/>
                    <a:pt x="14" y="1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g3072d353d33_0_212"/>
            <p:cNvSpPr/>
            <p:nvPr/>
          </p:nvSpPr>
          <p:spPr>
            <a:xfrm>
              <a:off x="9698038" y="3211513"/>
              <a:ext cx="52387" cy="71437"/>
            </a:xfrm>
            <a:custGeom>
              <a:avLst/>
              <a:gdLst/>
              <a:ahLst/>
              <a:cxnLst/>
              <a:rect l="l" t="t" r="r" b="b"/>
              <a:pathLst>
                <a:path w="14" h="19" extrusionOk="0">
                  <a:moveTo>
                    <a:pt x="14" y="13"/>
                  </a:moveTo>
                  <a:cubicBezTo>
                    <a:pt x="14" y="16"/>
                    <a:pt x="11" y="19"/>
                    <a:pt x="8" y="19"/>
                  </a:cubicBezTo>
                  <a:cubicBezTo>
                    <a:pt x="3" y="19"/>
                    <a:pt x="0" y="16"/>
                    <a:pt x="0" y="13"/>
                  </a:cubicBezTo>
                  <a:cubicBezTo>
                    <a:pt x="0" y="9"/>
                    <a:pt x="11" y="0"/>
                    <a:pt x="11" y="0"/>
                  </a:cubicBezTo>
                  <a:cubicBezTo>
                    <a:pt x="11" y="0"/>
                    <a:pt x="14" y="9"/>
                    <a:pt x="14" y="13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072d353d33_0_212"/>
            <p:cNvSpPr/>
            <p:nvPr/>
          </p:nvSpPr>
          <p:spPr>
            <a:xfrm>
              <a:off x="9515476" y="2732088"/>
              <a:ext cx="523874" cy="400050"/>
            </a:xfrm>
            <a:custGeom>
              <a:avLst/>
              <a:gdLst/>
              <a:ahLst/>
              <a:cxnLst/>
              <a:rect l="l" t="t" r="r" b="b"/>
              <a:pathLst>
                <a:path w="140" h="107" extrusionOk="0">
                  <a:moveTo>
                    <a:pt x="104" y="21"/>
                  </a:moveTo>
                  <a:cubicBezTo>
                    <a:pt x="104" y="21"/>
                    <a:pt x="93" y="1"/>
                    <a:pt x="74" y="1"/>
                  </a:cubicBezTo>
                  <a:cubicBezTo>
                    <a:pt x="55" y="0"/>
                    <a:pt x="45" y="21"/>
                    <a:pt x="45" y="21"/>
                  </a:cubicBezTo>
                  <a:cubicBezTo>
                    <a:pt x="19" y="21"/>
                    <a:pt x="8" y="29"/>
                    <a:pt x="4" y="47"/>
                  </a:cubicBezTo>
                  <a:cubicBezTo>
                    <a:pt x="0" y="64"/>
                    <a:pt x="20" y="73"/>
                    <a:pt x="20" y="73"/>
                  </a:cubicBezTo>
                  <a:cubicBezTo>
                    <a:pt x="20" y="73"/>
                    <a:pt x="21" y="78"/>
                    <a:pt x="35" y="89"/>
                  </a:cubicBezTo>
                  <a:cubicBezTo>
                    <a:pt x="50" y="101"/>
                    <a:pt x="66" y="88"/>
                    <a:pt x="66" y="88"/>
                  </a:cubicBezTo>
                  <a:cubicBezTo>
                    <a:pt x="66" y="88"/>
                    <a:pt x="74" y="98"/>
                    <a:pt x="96" y="96"/>
                  </a:cubicBezTo>
                  <a:cubicBezTo>
                    <a:pt x="117" y="94"/>
                    <a:pt x="121" y="70"/>
                    <a:pt x="121" y="70"/>
                  </a:cubicBezTo>
                  <a:cubicBezTo>
                    <a:pt x="121" y="70"/>
                    <a:pt x="140" y="64"/>
                    <a:pt x="138" y="42"/>
                  </a:cubicBezTo>
                  <a:cubicBezTo>
                    <a:pt x="136" y="20"/>
                    <a:pt x="104" y="21"/>
                    <a:pt x="104" y="21"/>
                  </a:cubicBezTo>
                  <a:close/>
                  <a:moveTo>
                    <a:pt x="102" y="69"/>
                  </a:moveTo>
                  <a:cubicBezTo>
                    <a:pt x="111" y="70"/>
                    <a:pt x="111" y="70"/>
                    <a:pt x="111" y="70"/>
                  </a:cubicBezTo>
                  <a:cubicBezTo>
                    <a:pt x="91" y="107"/>
                    <a:pt x="66" y="80"/>
                    <a:pt x="66" y="80"/>
                  </a:cubicBezTo>
                  <a:cubicBezTo>
                    <a:pt x="29" y="96"/>
                    <a:pt x="22" y="56"/>
                    <a:pt x="22" y="5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9" y="66"/>
                    <a:pt x="7" y="60"/>
                    <a:pt x="15" y="42"/>
                  </a:cubicBezTo>
                  <a:cubicBezTo>
                    <a:pt x="28" y="18"/>
                    <a:pt x="60" y="33"/>
                    <a:pt x="60" y="33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3" y="23"/>
                    <a:pt x="56" y="16"/>
                    <a:pt x="73" y="13"/>
                  </a:cubicBezTo>
                  <a:cubicBezTo>
                    <a:pt x="91" y="9"/>
                    <a:pt x="105" y="31"/>
                    <a:pt x="105" y="31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5" y="26"/>
                    <a:pt x="128" y="28"/>
                    <a:pt x="131" y="45"/>
                  </a:cubicBezTo>
                  <a:cubicBezTo>
                    <a:pt x="134" y="64"/>
                    <a:pt x="102" y="69"/>
                    <a:pt x="102" y="6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1" name="Google Shape;401;g3072d353d33_0_212"/>
          <p:cNvSpPr/>
          <p:nvPr/>
        </p:nvSpPr>
        <p:spPr>
          <a:xfrm>
            <a:off x="9902326" y="2653941"/>
            <a:ext cx="469352" cy="312781"/>
          </a:xfrm>
          <a:custGeom>
            <a:avLst/>
            <a:gdLst/>
            <a:ahLst/>
            <a:cxnLst/>
            <a:rect l="l" t="t" r="r" b="b"/>
            <a:pathLst>
              <a:path w="180" h="132" extrusionOk="0">
                <a:moveTo>
                  <a:pt x="144" y="132"/>
                </a:moveTo>
                <a:cubicBezTo>
                  <a:pt x="42" y="132"/>
                  <a:pt x="42" y="132"/>
                  <a:pt x="42" y="132"/>
                </a:cubicBezTo>
                <a:cubicBezTo>
                  <a:pt x="19" y="132"/>
                  <a:pt x="0" y="113"/>
                  <a:pt x="0" y="90"/>
                </a:cubicBezTo>
                <a:cubicBezTo>
                  <a:pt x="0" y="73"/>
                  <a:pt x="10" y="59"/>
                  <a:pt x="24" y="52"/>
                </a:cubicBezTo>
                <a:cubicBezTo>
                  <a:pt x="24" y="51"/>
                  <a:pt x="24" y="49"/>
                  <a:pt x="24" y="48"/>
                </a:cubicBezTo>
                <a:cubicBezTo>
                  <a:pt x="24" y="21"/>
                  <a:pt x="45" y="0"/>
                  <a:pt x="72" y="0"/>
                </a:cubicBezTo>
                <a:cubicBezTo>
                  <a:pt x="92" y="0"/>
                  <a:pt x="109" y="12"/>
                  <a:pt x="116" y="30"/>
                </a:cubicBezTo>
                <a:cubicBezTo>
                  <a:pt x="121" y="26"/>
                  <a:pt x="126" y="24"/>
                  <a:pt x="132" y="24"/>
                </a:cubicBezTo>
                <a:cubicBezTo>
                  <a:pt x="145" y="24"/>
                  <a:pt x="156" y="35"/>
                  <a:pt x="156" y="48"/>
                </a:cubicBezTo>
                <a:cubicBezTo>
                  <a:pt x="156" y="53"/>
                  <a:pt x="155" y="57"/>
                  <a:pt x="152" y="61"/>
                </a:cubicBezTo>
                <a:cubicBezTo>
                  <a:pt x="168" y="65"/>
                  <a:pt x="180" y="79"/>
                  <a:pt x="180" y="96"/>
                </a:cubicBezTo>
                <a:cubicBezTo>
                  <a:pt x="180" y="116"/>
                  <a:pt x="164" y="132"/>
                  <a:pt x="144" y="132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6767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2" name="Google Shape;402;g3072d353d33_0_212"/>
          <p:cNvGrpSpPr/>
          <p:nvPr/>
        </p:nvGrpSpPr>
        <p:grpSpPr>
          <a:xfrm>
            <a:off x="9902519" y="2037266"/>
            <a:ext cx="486270" cy="350973"/>
            <a:chOff x="7035831" y="2397735"/>
            <a:chExt cx="1871707" cy="1452103"/>
          </a:xfrm>
        </p:grpSpPr>
        <p:grpSp>
          <p:nvGrpSpPr>
            <p:cNvPr id="403" name="Google Shape;403;g3072d353d33_0_212"/>
            <p:cNvGrpSpPr/>
            <p:nvPr/>
          </p:nvGrpSpPr>
          <p:grpSpPr>
            <a:xfrm>
              <a:off x="7705623" y="2397735"/>
              <a:ext cx="1201915" cy="1192535"/>
              <a:chOff x="10598150" y="2325688"/>
              <a:chExt cx="611195" cy="606425"/>
            </a:xfrm>
          </p:grpSpPr>
          <p:sp>
            <p:nvSpPr>
              <p:cNvPr id="404" name="Google Shape;404;g3072d353d33_0_212"/>
              <p:cNvSpPr/>
              <p:nvPr/>
            </p:nvSpPr>
            <p:spPr>
              <a:xfrm>
                <a:off x="10763250" y="2482850"/>
                <a:ext cx="281100" cy="2889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g3072d353d33_0_212"/>
              <p:cNvSpPr/>
              <p:nvPr/>
            </p:nvSpPr>
            <p:spPr>
              <a:xfrm>
                <a:off x="10871200" y="2325688"/>
                <a:ext cx="63500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7" h="35" extrusionOk="0">
                    <a:moveTo>
                      <a:pt x="16" y="22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1" y="11"/>
                      <a:pt x="17" y="0"/>
                      <a:pt x="17" y="0"/>
                    </a:cubicBezTo>
                    <a:cubicBezTo>
                      <a:pt x="1" y="14"/>
                      <a:pt x="0" y="22"/>
                      <a:pt x="0" y="26"/>
                    </a:cubicBezTo>
                    <a:cubicBezTo>
                      <a:pt x="0" y="31"/>
                      <a:pt x="4" y="35"/>
                      <a:pt x="9" y="35"/>
                    </a:cubicBezTo>
                    <a:cubicBezTo>
                      <a:pt x="13" y="35"/>
                      <a:pt x="17" y="31"/>
                      <a:pt x="17" y="26"/>
                    </a:cubicBezTo>
                    <a:cubicBezTo>
                      <a:pt x="17" y="25"/>
                      <a:pt x="17" y="23"/>
                      <a:pt x="16" y="2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g3072d353d33_0_212"/>
              <p:cNvSpPr/>
              <p:nvPr/>
            </p:nvSpPr>
            <p:spPr>
              <a:xfrm>
                <a:off x="10755313" y="2339975"/>
                <a:ext cx="7937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17" y="21"/>
                    </a:moveTo>
                    <a:cubicBezTo>
                      <a:pt x="17" y="21"/>
                      <a:pt x="17" y="21"/>
                      <a:pt x="17" y="21"/>
                    </a:cubicBezTo>
                    <a:cubicBezTo>
                      <a:pt x="8" y="12"/>
                      <a:pt x="9" y="0"/>
                      <a:pt x="9" y="0"/>
                    </a:cubicBezTo>
                    <a:cubicBezTo>
                      <a:pt x="0" y="19"/>
                      <a:pt x="2" y="27"/>
                      <a:pt x="4" y="31"/>
                    </a:cubicBezTo>
                    <a:cubicBezTo>
                      <a:pt x="6" y="35"/>
                      <a:pt x="10" y="37"/>
                      <a:pt x="15" y="35"/>
                    </a:cubicBezTo>
                    <a:cubicBezTo>
                      <a:pt x="19" y="33"/>
                      <a:pt x="21" y="28"/>
                      <a:pt x="19" y="24"/>
                    </a:cubicBezTo>
                    <a:cubicBezTo>
                      <a:pt x="19" y="23"/>
                      <a:pt x="18" y="21"/>
                      <a:pt x="17" y="21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g3072d353d33_0_212"/>
              <p:cNvSpPr/>
              <p:nvPr/>
            </p:nvSpPr>
            <p:spPr>
              <a:xfrm>
                <a:off x="10658475" y="2436813"/>
                <a:ext cx="9683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6" h="32" extrusionOk="0">
                    <a:moveTo>
                      <a:pt x="18" y="14"/>
                    </a:moveTo>
                    <a:cubicBezTo>
                      <a:pt x="18" y="14"/>
                      <a:pt x="18" y="14"/>
                      <a:pt x="18" y="14"/>
                    </a:cubicBezTo>
                    <a:cubicBezTo>
                      <a:pt x="5" y="11"/>
                      <a:pt x="0" y="0"/>
                      <a:pt x="0" y="0"/>
                    </a:cubicBezTo>
                    <a:cubicBezTo>
                      <a:pt x="3" y="21"/>
                      <a:pt x="8" y="27"/>
                      <a:pt x="12" y="29"/>
                    </a:cubicBezTo>
                    <a:cubicBezTo>
                      <a:pt x="15" y="32"/>
                      <a:pt x="21" y="31"/>
                      <a:pt x="24" y="27"/>
                    </a:cubicBezTo>
                    <a:cubicBezTo>
                      <a:pt x="26" y="23"/>
                      <a:pt x="25" y="18"/>
                      <a:pt x="22" y="15"/>
                    </a:cubicBezTo>
                    <a:cubicBezTo>
                      <a:pt x="20" y="14"/>
                      <a:pt x="19" y="14"/>
                      <a:pt x="18" y="14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g3072d353d33_0_212"/>
              <p:cNvSpPr/>
              <p:nvPr/>
            </p:nvSpPr>
            <p:spPr>
              <a:xfrm>
                <a:off x="10598150" y="2590800"/>
                <a:ext cx="1270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19" extrusionOk="0">
                    <a:moveTo>
                      <a:pt x="21" y="3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0" y="7"/>
                      <a:pt x="0" y="0"/>
                      <a:pt x="0" y="0"/>
                    </a:cubicBezTo>
                    <a:cubicBezTo>
                      <a:pt x="13" y="17"/>
                      <a:pt x="20" y="18"/>
                      <a:pt x="24" y="19"/>
                    </a:cubicBezTo>
                    <a:cubicBezTo>
                      <a:pt x="29" y="19"/>
                      <a:pt x="33" y="16"/>
                      <a:pt x="33" y="11"/>
                    </a:cubicBezTo>
                    <a:cubicBezTo>
                      <a:pt x="34" y="6"/>
                      <a:pt x="30" y="2"/>
                      <a:pt x="26" y="2"/>
                    </a:cubicBezTo>
                    <a:cubicBezTo>
                      <a:pt x="24" y="2"/>
                      <a:pt x="23" y="2"/>
                      <a:pt x="21" y="3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g3072d353d33_0_212"/>
              <p:cNvSpPr/>
              <p:nvPr/>
            </p:nvSpPr>
            <p:spPr>
              <a:xfrm>
                <a:off x="10620375" y="2700338"/>
                <a:ext cx="1349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22" extrusionOk="0">
                    <a:moveTo>
                      <a:pt x="20" y="5"/>
                    </a:moveTo>
                    <a:cubicBezTo>
                      <a:pt x="20" y="5"/>
                      <a:pt x="20" y="5"/>
                      <a:pt x="20" y="5"/>
                    </a:cubicBezTo>
                    <a:cubicBezTo>
                      <a:pt x="12" y="14"/>
                      <a:pt x="0" y="13"/>
                      <a:pt x="0" y="13"/>
                    </a:cubicBezTo>
                    <a:cubicBezTo>
                      <a:pt x="19" y="22"/>
                      <a:pt x="27" y="20"/>
                      <a:pt x="30" y="18"/>
                    </a:cubicBezTo>
                    <a:cubicBezTo>
                      <a:pt x="34" y="16"/>
                      <a:pt x="36" y="11"/>
                      <a:pt x="34" y="7"/>
                    </a:cubicBezTo>
                    <a:cubicBezTo>
                      <a:pt x="32" y="2"/>
                      <a:pt x="27" y="0"/>
                      <a:pt x="23" y="2"/>
                    </a:cubicBezTo>
                    <a:cubicBezTo>
                      <a:pt x="22" y="3"/>
                      <a:pt x="21" y="4"/>
                      <a:pt x="20" y="5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g3072d353d33_0_212"/>
              <p:cNvSpPr/>
              <p:nvPr/>
            </p:nvSpPr>
            <p:spPr>
              <a:xfrm>
                <a:off x="10717213" y="2778125"/>
                <a:ext cx="12065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" extrusionOk="0">
                    <a:moveTo>
                      <a:pt x="14" y="8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11" y="20"/>
                      <a:pt x="0" y="26"/>
                      <a:pt x="0" y="26"/>
                    </a:cubicBezTo>
                    <a:cubicBezTo>
                      <a:pt x="21" y="23"/>
                      <a:pt x="27" y="17"/>
                      <a:pt x="29" y="14"/>
                    </a:cubicBezTo>
                    <a:cubicBezTo>
                      <a:pt x="32" y="10"/>
                      <a:pt x="31" y="5"/>
                      <a:pt x="27" y="2"/>
                    </a:cubicBezTo>
                    <a:cubicBezTo>
                      <a:pt x="23" y="0"/>
                      <a:pt x="18" y="1"/>
                      <a:pt x="15" y="4"/>
                    </a:cubicBezTo>
                    <a:cubicBezTo>
                      <a:pt x="14" y="6"/>
                      <a:pt x="14" y="7"/>
                      <a:pt x="14" y="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g3072d353d33_0_212"/>
              <p:cNvSpPr/>
              <p:nvPr/>
            </p:nvSpPr>
            <p:spPr>
              <a:xfrm>
                <a:off x="10868025" y="2805113"/>
                <a:ext cx="71438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34" extrusionOk="0">
                    <a:moveTo>
                      <a:pt x="3" y="12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7" y="24"/>
                      <a:pt x="0" y="34"/>
                      <a:pt x="0" y="34"/>
                    </a:cubicBezTo>
                    <a:cubicBezTo>
                      <a:pt x="17" y="21"/>
                      <a:pt x="19" y="14"/>
                      <a:pt x="19" y="10"/>
                    </a:cubicBezTo>
                    <a:cubicBezTo>
                      <a:pt x="19" y="5"/>
                      <a:pt x="16" y="0"/>
                      <a:pt x="11" y="0"/>
                    </a:cubicBezTo>
                    <a:cubicBezTo>
                      <a:pt x="6" y="0"/>
                      <a:pt x="2" y="3"/>
                      <a:pt x="2" y="8"/>
                    </a:cubicBezTo>
                    <a:cubicBezTo>
                      <a:pt x="2" y="10"/>
                      <a:pt x="2" y="11"/>
                      <a:pt x="3" y="1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g3072d353d33_0_212"/>
              <p:cNvSpPr/>
              <p:nvPr/>
            </p:nvSpPr>
            <p:spPr>
              <a:xfrm>
                <a:off x="10980738" y="2778125"/>
                <a:ext cx="77788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4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13" y="25"/>
                      <a:pt x="12" y="37"/>
                      <a:pt x="12" y="37"/>
                    </a:cubicBezTo>
                    <a:cubicBezTo>
                      <a:pt x="21" y="17"/>
                      <a:pt x="18" y="10"/>
                      <a:pt x="17" y="6"/>
                    </a:cubicBezTo>
                    <a:cubicBezTo>
                      <a:pt x="15" y="2"/>
                      <a:pt x="10" y="0"/>
                      <a:pt x="6" y="2"/>
                    </a:cubicBezTo>
                    <a:cubicBezTo>
                      <a:pt x="1" y="4"/>
                      <a:pt x="0" y="9"/>
                      <a:pt x="1" y="13"/>
                    </a:cubicBezTo>
                    <a:cubicBezTo>
                      <a:pt x="2" y="15"/>
                      <a:pt x="3" y="16"/>
                      <a:pt x="4" y="17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g3072d353d33_0_212"/>
              <p:cNvSpPr/>
              <p:nvPr/>
            </p:nvSpPr>
            <p:spPr>
              <a:xfrm>
                <a:off x="11052185" y="2695575"/>
                <a:ext cx="101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7" h="33" extrusionOk="0">
                    <a:moveTo>
                      <a:pt x="9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22" y="21"/>
                      <a:pt x="27" y="33"/>
                      <a:pt x="27" y="33"/>
                    </a:cubicBezTo>
                    <a:cubicBezTo>
                      <a:pt x="25" y="11"/>
                      <a:pt x="19" y="6"/>
                      <a:pt x="15" y="4"/>
                    </a:cubicBezTo>
                    <a:cubicBezTo>
                      <a:pt x="11" y="0"/>
                      <a:pt x="6" y="2"/>
                      <a:pt x="3" y="6"/>
                    </a:cubicBezTo>
                    <a:cubicBezTo>
                      <a:pt x="0" y="9"/>
                      <a:pt x="1" y="15"/>
                      <a:pt x="5" y="18"/>
                    </a:cubicBezTo>
                    <a:cubicBezTo>
                      <a:pt x="7" y="19"/>
                      <a:pt x="8" y="19"/>
                      <a:pt x="9" y="19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g3072d353d33_0_212"/>
              <p:cNvSpPr/>
              <p:nvPr/>
            </p:nvSpPr>
            <p:spPr>
              <a:xfrm>
                <a:off x="11077581" y="2595563"/>
                <a:ext cx="131764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7" extrusionOk="0">
                    <a:moveTo>
                      <a:pt x="13" y="16"/>
                    </a:moveTo>
                    <a:cubicBezTo>
                      <a:pt x="13" y="16"/>
                      <a:pt x="13" y="16"/>
                      <a:pt x="13" y="16"/>
                    </a:cubicBezTo>
                    <a:cubicBezTo>
                      <a:pt x="24" y="11"/>
                      <a:pt x="35" y="17"/>
                      <a:pt x="35" y="17"/>
                    </a:cubicBezTo>
                    <a:cubicBezTo>
                      <a:pt x="21" y="1"/>
                      <a:pt x="13" y="0"/>
                      <a:pt x="9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10" y="17"/>
                      <a:pt x="12" y="17"/>
                      <a:pt x="13" y="16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g3072d353d33_0_212"/>
              <p:cNvSpPr/>
              <p:nvPr/>
            </p:nvSpPr>
            <p:spPr>
              <a:xfrm>
                <a:off x="11052185" y="2474913"/>
                <a:ext cx="138113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23" extrusionOk="0"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25" y="7"/>
                      <a:pt x="37" y="8"/>
                      <a:pt x="37" y="8"/>
                    </a:cubicBezTo>
                    <a:cubicBezTo>
                      <a:pt x="17" y="0"/>
                      <a:pt x="10" y="4"/>
                      <a:pt x="6" y="6"/>
                    </a:cubicBezTo>
                    <a:cubicBezTo>
                      <a:pt x="2" y="8"/>
                      <a:pt x="0" y="13"/>
                      <a:pt x="3" y="17"/>
                    </a:cubicBezTo>
                    <a:cubicBezTo>
                      <a:pt x="5" y="21"/>
                      <a:pt x="10" y="23"/>
                      <a:pt x="15" y="21"/>
                    </a:cubicBezTo>
                    <a:cubicBezTo>
                      <a:pt x="16" y="20"/>
                      <a:pt x="17" y="19"/>
                      <a:pt x="18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g3072d353d33_0_212"/>
              <p:cNvSpPr/>
              <p:nvPr/>
            </p:nvSpPr>
            <p:spPr>
              <a:xfrm>
                <a:off x="10972800" y="2381250"/>
                <a:ext cx="112713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27" extrusionOk="0"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6"/>
                      <a:pt x="30" y="0"/>
                      <a:pt x="30" y="0"/>
                    </a:cubicBezTo>
                    <a:cubicBezTo>
                      <a:pt x="10" y="4"/>
                      <a:pt x="5" y="10"/>
                      <a:pt x="3" y="13"/>
                    </a:cubicBezTo>
                    <a:cubicBezTo>
                      <a:pt x="0" y="17"/>
                      <a:pt x="2" y="23"/>
                      <a:pt x="6" y="25"/>
                    </a:cubicBezTo>
                    <a:cubicBezTo>
                      <a:pt x="10" y="27"/>
                      <a:pt x="15" y="26"/>
                      <a:pt x="17" y="22"/>
                    </a:cubicBezTo>
                    <a:cubicBezTo>
                      <a:pt x="18" y="21"/>
                      <a:pt x="19" y="19"/>
                      <a:pt x="19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" name="Google Shape;417;g3072d353d33_0_212"/>
            <p:cNvSpPr/>
            <p:nvPr/>
          </p:nvSpPr>
          <p:spPr>
            <a:xfrm>
              <a:off x="7035831" y="2771780"/>
              <a:ext cx="1729445" cy="1078058"/>
            </a:xfrm>
            <a:custGeom>
              <a:avLst/>
              <a:gdLst/>
              <a:ahLst/>
              <a:cxnLst/>
              <a:rect l="l" t="t" r="r" b="b"/>
              <a:pathLst>
                <a:path w="180" h="132" extrusionOk="0">
                  <a:moveTo>
                    <a:pt x="144" y="132"/>
                  </a:moveTo>
                  <a:cubicBezTo>
                    <a:pt x="42" y="132"/>
                    <a:pt x="42" y="132"/>
                    <a:pt x="42" y="132"/>
                  </a:cubicBezTo>
                  <a:cubicBezTo>
                    <a:pt x="19" y="132"/>
                    <a:pt x="0" y="113"/>
                    <a:pt x="0" y="90"/>
                  </a:cubicBezTo>
                  <a:cubicBezTo>
                    <a:pt x="0" y="73"/>
                    <a:pt x="10" y="59"/>
                    <a:pt x="24" y="52"/>
                  </a:cubicBezTo>
                  <a:cubicBezTo>
                    <a:pt x="24" y="51"/>
                    <a:pt x="24" y="49"/>
                    <a:pt x="24" y="48"/>
                  </a:cubicBezTo>
                  <a:cubicBezTo>
                    <a:pt x="24" y="21"/>
                    <a:pt x="45" y="0"/>
                    <a:pt x="72" y="0"/>
                  </a:cubicBezTo>
                  <a:cubicBezTo>
                    <a:pt x="92" y="0"/>
                    <a:pt x="109" y="12"/>
                    <a:pt x="116" y="30"/>
                  </a:cubicBezTo>
                  <a:cubicBezTo>
                    <a:pt x="121" y="26"/>
                    <a:pt x="126" y="24"/>
                    <a:pt x="132" y="24"/>
                  </a:cubicBezTo>
                  <a:cubicBezTo>
                    <a:pt x="145" y="24"/>
                    <a:pt x="156" y="35"/>
                    <a:pt x="156" y="48"/>
                  </a:cubicBezTo>
                  <a:cubicBezTo>
                    <a:pt x="156" y="53"/>
                    <a:pt x="155" y="57"/>
                    <a:pt x="152" y="61"/>
                  </a:cubicBezTo>
                  <a:cubicBezTo>
                    <a:pt x="168" y="65"/>
                    <a:pt x="180" y="79"/>
                    <a:pt x="180" y="96"/>
                  </a:cubicBezTo>
                  <a:cubicBezTo>
                    <a:pt x="180" y="116"/>
                    <a:pt x="164" y="132"/>
                    <a:pt x="144" y="132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67676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g3072d353d33_0_212"/>
          <p:cNvGrpSpPr/>
          <p:nvPr/>
        </p:nvGrpSpPr>
        <p:grpSpPr>
          <a:xfrm>
            <a:off x="9814281" y="1332571"/>
            <a:ext cx="583929" cy="579378"/>
            <a:chOff x="10598150" y="2325688"/>
            <a:chExt cx="611188" cy="606425"/>
          </a:xfrm>
        </p:grpSpPr>
        <p:sp>
          <p:nvSpPr>
            <p:cNvPr id="419" name="Google Shape;419;g3072d353d33_0_212"/>
            <p:cNvSpPr/>
            <p:nvPr/>
          </p:nvSpPr>
          <p:spPr>
            <a:xfrm>
              <a:off x="10763250" y="2482850"/>
              <a:ext cx="281100" cy="2889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g3072d353d33_0_212"/>
            <p:cNvSpPr/>
            <p:nvPr/>
          </p:nvSpPr>
          <p:spPr>
            <a:xfrm>
              <a:off x="10871200" y="2325688"/>
              <a:ext cx="63500" cy="130175"/>
            </a:xfrm>
            <a:custGeom>
              <a:avLst/>
              <a:gdLst/>
              <a:ahLst/>
              <a:cxnLst/>
              <a:rect l="l" t="t" r="r" b="b"/>
              <a:pathLst>
                <a:path w="17" h="35" extrusionOk="0">
                  <a:moveTo>
                    <a:pt x="16" y="22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1" y="11"/>
                    <a:pt x="17" y="0"/>
                    <a:pt x="17" y="0"/>
                  </a:cubicBezTo>
                  <a:cubicBezTo>
                    <a:pt x="1" y="14"/>
                    <a:pt x="0" y="22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ubicBezTo>
                    <a:pt x="13" y="35"/>
                    <a:pt x="17" y="31"/>
                    <a:pt x="17" y="26"/>
                  </a:cubicBezTo>
                  <a:cubicBezTo>
                    <a:pt x="17" y="25"/>
                    <a:pt x="17" y="23"/>
                    <a:pt x="16" y="2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g3072d353d33_0_212"/>
            <p:cNvSpPr/>
            <p:nvPr/>
          </p:nvSpPr>
          <p:spPr>
            <a:xfrm>
              <a:off x="10755313" y="2339975"/>
              <a:ext cx="79375" cy="138113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17" y="21"/>
                  </a:moveTo>
                  <a:cubicBezTo>
                    <a:pt x="17" y="21"/>
                    <a:pt x="17" y="21"/>
                    <a:pt x="17" y="21"/>
                  </a:cubicBezTo>
                  <a:cubicBezTo>
                    <a:pt x="8" y="12"/>
                    <a:pt x="9" y="0"/>
                    <a:pt x="9" y="0"/>
                  </a:cubicBezTo>
                  <a:cubicBezTo>
                    <a:pt x="0" y="19"/>
                    <a:pt x="2" y="27"/>
                    <a:pt x="4" y="31"/>
                  </a:cubicBezTo>
                  <a:cubicBezTo>
                    <a:pt x="6" y="35"/>
                    <a:pt x="10" y="37"/>
                    <a:pt x="15" y="35"/>
                  </a:cubicBezTo>
                  <a:cubicBezTo>
                    <a:pt x="19" y="33"/>
                    <a:pt x="21" y="28"/>
                    <a:pt x="19" y="24"/>
                  </a:cubicBezTo>
                  <a:cubicBezTo>
                    <a:pt x="19" y="23"/>
                    <a:pt x="18" y="21"/>
                    <a:pt x="17" y="2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g3072d353d33_0_212"/>
            <p:cNvSpPr/>
            <p:nvPr/>
          </p:nvSpPr>
          <p:spPr>
            <a:xfrm>
              <a:off x="10658475" y="2436813"/>
              <a:ext cx="96838" cy="1206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8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5" y="11"/>
                    <a:pt x="0" y="0"/>
                    <a:pt x="0" y="0"/>
                  </a:cubicBezTo>
                  <a:cubicBezTo>
                    <a:pt x="3" y="21"/>
                    <a:pt x="8" y="27"/>
                    <a:pt x="12" y="29"/>
                  </a:cubicBezTo>
                  <a:cubicBezTo>
                    <a:pt x="15" y="32"/>
                    <a:pt x="21" y="31"/>
                    <a:pt x="24" y="27"/>
                  </a:cubicBezTo>
                  <a:cubicBezTo>
                    <a:pt x="26" y="23"/>
                    <a:pt x="25" y="18"/>
                    <a:pt x="22" y="15"/>
                  </a:cubicBezTo>
                  <a:cubicBezTo>
                    <a:pt x="20" y="14"/>
                    <a:pt x="19" y="14"/>
                    <a:pt x="18" y="14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g3072d353d33_0_212"/>
            <p:cNvSpPr/>
            <p:nvPr/>
          </p:nvSpPr>
          <p:spPr>
            <a:xfrm>
              <a:off x="10598150" y="2590800"/>
              <a:ext cx="127000" cy="71438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0" y="7"/>
                    <a:pt x="0" y="0"/>
                    <a:pt x="0" y="0"/>
                  </a:cubicBezTo>
                  <a:cubicBezTo>
                    <a:pt x="13" y="17"/>
                    <a:pt x="20" y="18"/>
                    <a:pt x="24" y="19"/>
                  </a:cubicBezTo>
                  <a:cubicBezTo>
                    <a:pt x="29" y="19"/>
                    <a:pt x="33" y="16"/>
                    <a:pt x="33" y="11"/>
                  </a:cubicBezTo>
                  <a:cubicBezTo>
                    <a:pt x="34" y="6"/>
                    <a:pt x="30" y="2"/>
                    <a:pt x="26" y="2"/>
                  </a:cubicBezTo>
                  <a:cubicBezTo>
                    <a:pt x="24" y="2"/>
                    <a:pt x="23" y="2"/>
                    <a:pt x="21" y="3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g3072d353d33_0_212"/>
            <p:cNvSpPr/>
            <p:nvPr/>
          </p:nvSpPr>
          <p:spPr>
            <a:xfrm>
              <a:off x="10620375" y="2700338"/>
              <a:ext cx="134938" cy="82550"/>
            </a:xfrm>
            <a:custGeom>
              <a:avLst/>
              <a:gdLst/>
              <a:ahLst/>
              <a:cxnLst/>
              <a:rect l="l" t="t" r="r" b="b"/>
              <a:pathLst>
                <a:path w="36" h="22" extrusionOk="0">
                  <a:moveTo>
                    <a:pt x="20" y="5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12" y="14"/>
                    <a:pt x="0" y="13"/>
                    <a:pt x="0" y="13"/>
                  </a:cubicBezTo>
                  <a:cubicBezTo>
                    <a:pt x="19" y="22"/>
                    <a:pt x="27" y="20"/>
                    <a:pt x="30" y="18"/>
                  </a:cubicBezTo>
                  <a:cubicBezTo>
                    <a:pt x="34" y="16"/>
                    <a:pt x="36" y="11"/>
                    <a:pt x="34" y="7"/>
                  </a:cubicBezTo>
                  <a:cubicBezTo>
                    <a:pt x="32" y="2"/>
                    <a:pt x="27" y="0"/>
                    <a:pt x="23" y="2"/>
                  </a:cubicBezTo>
                  <a:cubicBezTo>
                    <a:pt x="22" y="3"/>
                    <a:pt x="21" y="4"/>
                    <a:pt x="20" y="5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g3072d353d33_0_212"/>
            <p:cNvSpPr/>
            <p:nvPr/>
          </p:nvSpPr>
          <p:spPr>
            <a:xfrm>
              <a:off x="10717213" y="2778125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1" y="20"/>
                    <a:pt x="0" y="26"/>
                    <a:pt x="0" y="26"/>
                  </a:cubicBezTo>
                  <a:cubicBezTo>
                    <a:pt x="21" y="23"/>
                    <a:pt x="27" y="17"/>
                    <a:pt x="29" y="14"/>
                  </a:cubicBezTo>
                  <a:cubicBezTo>
                    <a:pt x="32" y="10"/>
                    <a:pt x="31" y="5"/>
                    <a:pt x="27" y="2"/>
                  </a:cubicBezTo>
                  <a:cubicBezTo>
                    <a:pt x="23" y="0"/>
                    <a:pt x="18" y="1"/>
                    <a:pt x="15" y="4"/>
                  </a:cubicBezTo>
                  <a:cubicBezTo>
                    <a:pt x="14" y="6"/>
                    <a:pt x="14" y="7"/>
                    <a:pt x="14" y="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072d353d33_0_212"/>
            <p:cNvSpPr/>
            <p:nvPr/>
          </p:nvSpPr>
          <p:spPr>
            <a:xfrm>
              <a:off x="10868025" y="2805113"/>
              <a:ext cx="71438" cy="127000"/>
            </a:xfrm>
            <a:custGeom>
              <a:avLst/>
              <a:gdLst/>
              <a:ahLst/>
              <a:cxnLst/>
              <a:rect l="l" t="t" r="r" b="b"/>
              <a:pathLst>
                <a:path w="19" h="34" extrusionOk="0"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7" y="24"/>
                    <a:pt x="0" y="34"/>
                    <a:pt x="0" y="34"/>
                  </a:cubicBezTo>
                  <a:cubicBezTo>
                    <a:pt x="17" y="21"/>
                    <a:pt x="19" y="14"/>
                    <a:pt x="19" y="10"/>
                  </a:cubicBezTo>
                  <a:cubicBezTo>
                    <a:pt x="19" y="5"/>
                    <a:pt x="16" y="0"/>
                    <a:pt x="11" y="0"/>
                  </a:cubicBezTo>
                  <a:cubicBezTo>
                    <a:pt x="6" y="0"/>
                    <a:pt x="2" y="3"/>
                    <a:pt x="2" y="8"/>
                  </a:cubicBezTo>
                  <a:cubicBezTo>
                    <a:pt x="2" y="10"/>
                    <a:pt x="2" y="11"/>
                    <a:pt x="3" y="1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g3072d353d33_0_212"/>
            <p:cNvSpPr/>
            <p:nvPr/>
          </p:nvSpPr>
          <p:spPr>
            <a:xfrm>
              <a:off x="10980738" y="2778125"/>
              <a:ext cx="77788" cy="139700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13" y="25"/>
                    <a:pt x="12" y="37"/>
                    <a:pt x="12" y="37"/>
                  </a:cubicBezTo>
                  <a:cubicBezTo>
                    <a:pt x="21" y="17"/>
                    <a:pt x="18" y="10"/>
                    <a:pt x="17" y="6"/>
                  </a:cubicBezTo>
                  <a:cubicBezTo>
                    <a:pt x="15" y="2"/>
                    <a:pt x="10" y="0"/>
                    <a:pt x="6" y="2"/>
                  </a:cubicBezTo>
                  <a:cubicBezTo>
                    <a:pt x="1" y="4"/>
                    <a:pt x="0" y="9"/>
                    <a:pt x="1" y="13"/>
                  </a:cubicBezTo>
                  <a:cubicBezTo>
                    <a:pt x="2" y="15"/>
                    <a:pt x="3" y="16"/>
                    <a:pt x="4" y="17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g3072d353d33_0_212"/>
            <p:cNvSpPr/>
            <p:nvPr/>
          </p:nvSpPr>
          <p:spPr>
            <a:xfrm>
              <a:off x="11052175" y="2695575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7" h="33" extrusionOk="0">
                  <a:moveTo>
                    <a:pt x="9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2" y="21"/>
                    <a:pt x="27" y="33"/>
                    <a:pt x="27" y="33"/>
                  </a:cubicBezTo>
                  <a:cubicBezTo>
                    <a:pt x="25" y="11"/>
                    <a:pt x="19" y="6"/>
                    <a:pt x="15" y="4"/>
                  </a:cubicBezTo>
                  <a:cubicBezTo>
                    <a:pt x="11" y="0"/>
                    <a:pt x="6" y="2"/>
                    <a:pt x="3" y="6"/>
                  </a:cubicBezTo>
                  <a:cubicBezTo>
                    <a:pt x="0" y="9"/>
                    <a:pt x="1" y="15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g3072d353d33_0_212"/>
            <p:cNvSpPr/>
            <p:nvPr/>
          </p:nvSpPr>
          <p:spPr>
            <a:xfrm>
              <a:off x="11077575" y="2595563"/>
              <a:ext cx="131763" cy="63500"/>
            </a:xfrm>
            <a:custGeom>
              <a:avLst/>
              <a:gdLst/>
              <a:ahLst/>
              <a:cxnLst/>
              <a:rect l="l" t="t" r="r" b="b"/>
              <a:pathLst>
                <a:path w="35" h="17" extrusionOk="0">
                  <a:moveTo>
                    <a:pt x="13" y="16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24" y="11"/>
                    <a:pt x="35" y="17"/>
                    <a:pt x="35" y="17"/>
                  </a:cubicBezTo>
                  <a:cubicBezTo>
                    <a:pt x="21" y="1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0" y="17"/>
                    <a:pt x="12" y="17"/>
                    <a:pt x="13" y="16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072d353d33_0_212"/>
            <p:cNvSpPr/>
            <p:nvPr/>
          </p:nvSpPr>
          <p:spPr>
            <a:xfrm>
              <a:off x="11052175" y="2474913"/>
              <a:ext cx="138113" cy="85725"/>
            </a:xfrm>
            <a:custGeom>
              <a:avLst/>
              <a:gdLst/>
              <a:ahLst/>
              <a:cxnLst/>
              <a:rect l="l" t="t" r="r" b="b"/>
              <a:pathLst>
                <a:path w="37" h="23" extrusionOk="0">
                  <a:moveTo>
                    <a:pt x="18" y="18"/>
                  </a:moveTo>
                  <a:cubicBezTo>
                    <a:pt x="18" y="18"/>
                    <a:pt x="18" y="18"/>
                    <a:pt x="18" y="18"/>
                  </a:cubicBezTo>
                  <a:cubicBezTo>
                    <a:pt x="25" y="7"/>
                    <a:pt x="37" y="8"/>
                    <a:pt x="37" y="8"/>
                  </a:cubicBezTo>
                  <a:cubicBezTo>
                    <a:pt x="17" y="0"/>
                    <a:pt x="10" y="4"/>
                    <a:pt x="6" y="6"/>
                  </a:cubicBezTo>
                  <a:cubicBezTo>
                    <a:pt x="2" y="8"/>
                    <a:pt x="0" y="13"/>
                    <a:pt x="3" y="17"/>
                  </a:cubicBezTo>
                  <a:cubicBezTo>
                    <a:pt x="5" y="21"/>
                    <a:pt x="10" y="23"/>
                    <a:pt x="15" y="21"/>
                  </a:cubicBezTo>
                  <a:cubicBezTo>
                    <a:pt x="16" y="20"/>
                    <a:pt x="17" y="19"/>
                    <a:pt x="18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g3072d353d33_0_212"/>
            <p:cNvSpPr/>
            <p:nvPr/>
          </p:nvSpPr>
          <p:spPr>
            <a:xfrm>
              <a:off x="10972800" y="2381250"/>
              <a:ext cx="112713" cy="101600"/>
            </a:xfrm>
            <a:custGeom>
              <a:avLst/>
              <a:gdLst/>
              <a:ahLst/>
              <a:cxnLst/>
              <a:rect l="l" t="t" r="r" b="b"/>
              <a:pathLst>
                <a:path w="30" h="27" extrusionOk="0">
                  <a:moveTo>
                    <a:pt x="19" y="18"/>
                  </a:moveTo>
                  <a:cubicBezTo>
                    <a:pt x="19" y="18"/>
                    <a:pt x="19" y="18"/>
                    <a:pt x="19" y="18"/>
                  </a:cubicBezTo>
                  <a:cubicBezTo>
                    <a:pt x="20" y="6"/>
                    <a:pt x="30" y="0"/>
                    <a:pt x="30" y="0"/>
                  </a:cubicBezTo>
                  <a:cubicBezTo>
                    <a:pt x="10" y="4"/>
                    <a:pt x="5" y="10"/>
                    <a:pt x="3" y="13"/>
                  </a:cubicBezTo>
                  <a:cubicBezTo>
                    <a:pt x="0" y="17"/>
                    <a:pt x="2" y="23"/>
                    <a:pt x="6" y="25"/>
                  </a:cubicBezTo>
                  <a:cubicBezTo>
                    <a:pt x="10" y="27"/>
                    <a:pt x="15" y="26"/>
                    <a:pt x="17" y="22"/>
                  </a:cubicBezTo>
                  <a:cubicBezTo>
                    <a:pt x="18" y="21"/>
                    <a:pt x="19" y="19"/>
                    <a:pt x="19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072d353d33_0_216"/>
          <p:cNvSpPr txBox="1">
            <a:spLocks noGrp="1"/>
          </p:cNvSpPr>
          <p:nvPr>
            <p:ph type="title"/>
          </p:nvPr>
        </p:nvSpPr>
        <p:spPr>
          <a:xfrm>
            <a:off x="899592" y="194400"/>
            <a:ext cx="7704900" cy="3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/>
              <a:t>MAQUETTE support COPIL - slide 3</a:t>
            </a:r>
            <a:endParaRPr sz="1800" b="1"/>
          </a:p>
        </p:txBody>
      </p:sp>
      <p:sp>
        <p:nvSpPr>
          <p:cNvPr id="437" name="Google Shape;437;g3072d353d33_0_216"/>
          <p:cNvSpPr/>
          <p:nvPr/>
        </p:nvSpPr>
        <p:spPr>
          <a:xfrm>
            <a:off x="0" y="687600"/>
            <a:ext cx="9144000" cy="754500"/>
          </a:xfrm>
          <a:prstGeom prst="rect">
            <a:avLst/>
          </a:prstGeom>
          <a:solidFill>
            <a:srgbClr val="F5EA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8" name="Google Shape;438;g3072d353d33_0_216"/>
          <p:cNvGrpSpPr/>
          <p:nvPr/>
        </p:nvGrpSpPr>
        <p:grpSpPr>
          <a:xfrm>
            <a:off x="124925" y="1558763"/>
            <a:ext cx="6064454" cy="3266113"/>
            <a:chOff x="95066" y="1088073"/>
            <a:chExt cx="3286255" cy="1079101"/>
          </a:xfrm>
        </p:grpSpPr>
        <p:sp>
          <p:nvSpPr>
            <p:cNvPr id="439" name="Google Shape;439;g3072d353d33_0_216"/>
            <p:cNvSpPr txBox="1"/>
            <p:nvPr/>
          </p:nvSpPr>
          <p:spPr>
            <a:xfrm>
              <a:off x="95066" y="1088073"/>
              <a:ext cx="3253800" cy="7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2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81D74"/>
                </a:buClr>
                <a:buSzPts val="800"/>
                <a:buFont typeface="Arial"/>
                <a:buNone/>
              </a:pPr>
              <a:r>
                <a:rPr lang="en-US" sz="800" b="1">
                  <a:solidFill>
                    <a:srgbClr val="581D74"/>
                  </a:solidFill>
                </a:rPr>
                <a:t>FAITS MARQUANTS RETOUR R7 SUR LA PÉRIODE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g3072d353d33_0_216"/>
            <p:cNvSpPr/>
            <p:nvPr/>
          </p:nvSpPr>
          <p:spPr>
            <a:xfrm>
              <a:off x="136521" y="1161574"/>
              <a:ext cx="3244800" cy="10056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581D7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lang="en-US" sz="7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XXX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g3072d353d33_0_216"/>
          <p:cNvSpPr txBox="1"/>
          <p:nvPr/>
        </p:nvSpPr>
        <p:spPr>
          <a:xfrm>
            <a:off x="6299423" y="1540450"/>
            <a:ext cx="2769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1D74"/>
              </a:buClr>
              <a:buSzPts val="800"/>
              <a:buFont typeface="Arial"/>
              <a:buNone/>
            </a:pPr>
            <a:r>
              <a:rPr lang="en-US" sz="800" b="1">
                <a:solidFill>
                  <a:srgbClr val="581D74"/>
                </a:solidFill>
              </a:rPr>
              <a:t>Indicateurs traitement des retour de R7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072d353d33_0_216"/>
          <p:cNvSpPr/>
          <p:nvPr/>
        </p:nvSpPr>
        <p:spPr>
          <a:xfrm>
            <a:off x="6313045" y="1743601"/>
            <a:ext cx="2769600" cy="945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XXXXX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072d353d33_0_216"/>
          <p:cNvSpPr/>
          <p:nvPr/>
        </p:nvSpPr>
        <p:spPr>
          <a:xfrm>
            <a:off x="6312750" y="1743600"/>
            <a:ext cx="2769600" cy="3081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581D7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3072d353d33_0_216"/>
          <p:cNvSpPr/>
          <p:nvPr/>
        </p:nvSpPr>
        <p:spPr>
          <a:xfrm>
            <a:off x="331150" y="801875"/>
            <a:ext cx="4829100" cy="486900"/>
          </a:xfrm>
          <a:prstGeom prst="rect">
            <a:avLst/>
          </a:prstGeom>
          <a:solidFill>
            <a:srgbClr val="581D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</a:rPr>
              <a:t>Période du XX/XX/2024 au XX/XX/2024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g3072d353d33_0_216"/>
          <p:cNvSpPr txBox="1"/>
          <p:nvPr/>
        </p:nvSpPr>
        <p:spPr>
          <a:xfrm>
            <a:off x="6436050" y="1854200"/>
            <a:ext cx="2471700" cy="9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Exemple :</a:t>
            </a:r>
            <a:endParaRPr sz="800">
              <a:solidFill>
                <a:schemeClr val="dk1"/>
              </a:solidFill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-US" sz="800">
                <a:solidFill>
                  <a:schemeClr val="dk1"/>
                </a:solidFill>
              </a:rPr>
              <a:t>Evolution du volume de tickets retour R7 (créé, traitée, non traité, …)</a:t>
            </a:r>
            <a:endParaRPr sz="800">
              <a:solidFill>
                <a:schemeClr val="dk1"/>
              </a:solidFill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-"/>
            </a:pPr>
            <a:r>
              <a:rPr lang="en-US" sz="800">
                <a:solidFill>
                  <a:schemeClr val="dk1"/>
                </a:solidFill>
              </a:rPr>
              <a:t>…</a:t>
            </a:r>
            <a:endParaRPr sz="800">
              <a:solidFill>
                <a:schemeClr val="dk1"/>
              </a:solidFill>
            </a:endParaRPr>
          </a:p>
        </p:txBody>
      </p:sp>
      <p:grpSp>
        <p:nvGrpSpPr>
          <p:cNvPr id="446" name="Google Shape;446;g3072d353d33_0_216"/>
          <p:cNvGrpSpPr/>
          <p:nvPr/>
        </p:nvGrpSpPr>
        <p:grpSpPr>
          <a:xfrm>
            <a:off x="8381581" y="753221"/>
            <a:ext cx="583929" cy="579378"/>
            <a:chOff x="10598150" y="2325688"/>
            <a:chExt cx="611188" cy="606425"/>
          </a:xfrm>
        </p:grpSpPr>
        <p:sp>
          <p:nvSpPr>
            <p:cNvPr id="447" name="Google Shape;447;g3072d353d33_0_216"/>
            <p:cNvSpPr/>
            <p:nvPr/>
          </p:nvSpPr>
          <p:spPr>
            <a:xfrm>
              <a:off x="10763250" y="2482850"/>
              <a:ext cx="281100" cy="2889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g3072d353d33_0_216"/>
            <p:cNvSpPr/>
            <p:nvPr/>
          </p:nvSpPr>
          <p:spPr>
            <a:xfrm>
              <a:off x="10871200" y="2325688"/>
              <a:ext cx="63500" cy="130175"/>
            </a:xfrm>
            <a:custGeom>
              <a:avLst/>
              <a:gdLst/>
              <a:ahLst/>
              <a:cxnLst/>
              <a:rect l="l" t="t" r="r" b="b"/>
              <a:pathLst>
                <a:path w="17" h="35" extrusionOk="0">
                  <a:moveTo>
                    <a:pt x="16" y="22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1" y="11"/>
                    <a:pt x="17" y="0"/>
                    <a:pt x="17" y="0"/>
                  </a:cubicBezTo>
                  <a:cubicBezTo>
                    <a:pt x="1" y="14"/>
                    <a:pt x="0" y="22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ubicBezTo>
                    <a:pt x="13" y="35"/>
                    <a:pt x="17" y="31"/>
                    <a:pt x="17" y="26"/>
                  </a:cubicBezTo>
                  <a:cubicBezTo>
                    <a:pt x="17" y="25"/>
                    <a:pt x="17" y="23"/>
                    <a:pt x="16" y="2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g3072d353d33_0_216"/>
            <p:cNvSpPr/>
            <p:nvPr/>
          </p:nvSpPr>
          <p:spPr>
            <a:xfrm>
              <a:off x="10755313" y="2339975"/>
              <a:ext cx="79375" cy="138113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17" y="21"/>
                  </a:moveTo>
                  <a:cubicBezTo>
                    <a:pt x="17" y="21"/>
                    <a:pt x="17" y="21"/>
                    <a:pt x="17" y="21"/>
                  </a:cubicBezTo>
                  <a:cubicBezTo>
                    <a:pt x="8" y="12"/>
                    <a:pt x="9" y="0"/>
                    <a:pt x="9" y="0"/>
                  </a:cubicBezTo>
                  <a:cubicBezTo>
                    <a:pt x="0" y="19"/>
                    <a:pt x="2" y="27"/>
                    <a:pt x="4" y="31"/>
                  </a:cubicBezTo>
                  <a:cubicBezTo>
                    <a:pt x="6" y="35"/>
                    <a:pt x="10" y="37"/>
                    <a:pt x="15" y="35"/>
                  </a:cubicBezTo>
                  <a:cubicBezTo>
                    <a:pt x="19" y="33"/>
                    <a:pt x="21" y="28"/>
                    <a:pt x="19" y="24"/>
                  </a:cubicBezTo>
                  <a:cubicBezTo>
                    <a:pt x="19" y="23"/>
                    <a:pt x="18" y="21"/>
                    <a:pt x="17" y="2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g3072d353d33_0_216"/>
            <p:cNvSpPr/>
            <p:nvPr/>
          </p:nvSpPr>
          <p:spPr>
            <a:xfrm>
              <a:off x="10658475" y="2436813"/>
              <a:ext cx="96838" cy="1206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8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5" y="11"/>
                    <a:pt x="0" y="0"/>
                    <a:pt x="0" y="0"/>
                  </a:cubicBezTo>
                  <a:cubicBezTo>
                    <a:pt x="3" y="21"/>
                    <a:pt x="8" y="27"/>
                    <a:pt x="12" y="29"/>
                  </a:cubicBezTo>
                  <a:cubicBezTo>
                    <a:pt x="15" y="32"/>
                    <a:pt x="21" y="31"/>
                    <a:pt x="24" y="27"/>
                  </a:cubicBezTo>
                  <a:cubicBezTo>
                    <a:pt x="26" y="23"/>
                    <a:pt x="25" y="18"/>
                    <a:pt x="22" y="15"/>
                  </a:cubicBezTo>
                  <a:cubicBezTo>
                    <a:pt x="20" y="14"/>
                    <a:pt x="19" y="14"/>
                    <a:pt x="18" y="14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072d353d33_0_216"/>
            <p:cNvSpPr/>
            <p:nvPr/>
          </p:nvSpPr>
          <p:spPr>
            <a:xfrm>
              <a:off x="10598150" y="2590800"/>
              <a:ext cx="127000" cy="71438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0" y="7"/>
                    <a:pt x="0" y="0"/>
                    <a:pt x="0" y="0"/>
                  </a:cubicBezTo>
                  <a:cubicBezTo>
                    <a:pt x="13" y="17"/>
                    <a:pt x="20" y="18"/>
                    <a:pt x="24" y="19"/>
                  </a:cubicBezTo>
                  <a:cubicBezTo>
                    <a:pt x="29" y="19"/>
                    <a:pt x="33" y="16"/>
                    <a:pt x="33" y="11"/>
                  </a:cubicBezTo>
                  <a:cubicBezTo>
                    <a:pt x="34" y="6"/>
                    <a:pt x="30" y="2"/>
                    <a:pt x="26" y="2"/>
                  </a:cubicBezTo>
                  <a:cubicBezTo>
                    <a:pt x="24" y="2"/>
                    <a:pt x="23" y="2"/>
                    <a:pt x="21" y="3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g3072d353d33_0_216"/>
            <p:cNvSpPr/>
            <p:nvPr/>
          </p:nvSpPr>
          <p:spPr>
            <a:xfrm>
              <a:off x="10620375" y="2700338"/>
              <a:ext cx="134938" cy="82550"/>
            </a:xfrm>
            <a:custGeom>
              <a:avLst/>
              <a:gdLst/>
              <a:ahLst/>
              <a:cxnLst/>
              <a:rect l="l" t="t" r="r" b="b"/>
              <a:pathLst>
                <a:path w="36" h="22" extrusionOk="0">
                  <a:moveTo>
                    <a:pt x="20" y="5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12" y="14"/>
                    <a:pt x="0" y="13"/>
                    <a:pt x="0" y="13"/>
                  </a:cubicBezTo>
                  <a:cubicBezTo>
                    <a:pt x="19" y="22"/>
                    <a:pt x="27" y="20"/>
                    <a:pt x="30" y="18"/>
                  </a:cubicBezTo>
                  <a:cubicBezTo>
                    <a:pt x="34" y="16"/>
                    <a:pt x="36" y="11"/>
                    <a:pt x="34" y="7"/>
                  </a:cubicBezTo>
                  <a:cubicBezTo>
                    <a:pt x="32" y="2"/>
                    <a:pt x="27" y="0"/>
                    <a:pt x="23" y="2"/>
                  </a:cubicBezTo>
                  <a:cubicBezTo>
                    <a:pt x="22" y="3"/>
                    <a:pt x="21" y="4"/>
                    <a:pt x="20" y="5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072d353d33_0_216"/>
            <p:cNvSpPr/>
            <p:nvPr/>
          </p:nvSpPr>
          <p:spPr>
            <a:xfrm>
              <a:off x="10717213" y="2778125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1" y="20"/>
                    <a:pt x="0" y="26"/>
                    <a:pt x="0" y="26"/>
                  </a:cubicBezTo>
                  <a:cubicBezTo>
                    <a:pt x="21" y="23"/>
                    <a:pt x="27" y="17"/>
                    <a:pt x="29" y="14"/>
                  </a:cubicBezTo>
                  <a:cubicBezTo>
                    <a:pt x="32" y="10"/>
                    <a:pt x="31" y="5"/>
                    <a:pt x="27" y="2"/>
                  </a:cubicBezTo>
                  <a:cubicBezTo>
                    <a:pt x="23" y="0"/>
                    <a:pt x="18" y="1"/>
                    <a:pt x="15" y="4"/>
                  </a:cubicBezTo>
                  <a:cubicBezTo>
                    <a:pt x="14" y="6"/>
                    <a:pt x="14" y="7"/>
                    <a:pt x="14" y="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g3072d353d33_0_216"/>
            <p:cNvSpPr/>
            <p:nvPr/>
          </p:nvSpPr>
          <p:spPr>
            <a:xfrm>
              <a:off x="10868025" y="2805113"/>
              <a:ext cx="71438" cy="127000"/>
            </a:xfrm>
            <a:custGeom>
              <a:avLst/>
              <a:gdLst/>
              <a:ahLst/>
              <a:cxnLst/>
              <a:rect l="l" t="t" r="r" b="b"/>
              <a:pathLst>
                <a:path w="19" h="34" extrusionOk="0"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7" y="24"/>
                    <a:pt x="0" y="34"/>
                    <a:pt x="0" y="34"/>
                  </a:cubicBezTo>
                  <a:cubicBezTo>
                    <a:pt x="17" y="21"/>
                    <a:pt x="19" y="14"/>
                    <a:pt x="19" y="10"/>
                  </a:cubicBezTo>
                  <a:cubicBezTo>
                    <a:pt x="19" y="5"/>
                    <a:pt x="16" y="0"/>
                    <a:pt x="11" y="0"/>
                  </a:cubicBezTo>
                  <a:cubicBezTo>
                    <a:pt x="6" y="0"/>
                    <a:pt x="2" y="3"/>
                    <a:pt x="2" y="8"/>
                  </a:cubicBezTo>
                  <a:cubicBezTo>
                    <a:pt x="2" y="10"/>
                    <a:pt x="2" y="11"/>
                    <a:pt x="3" y="1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g3072d353d33_0_216"/>
            <p:cNvSpPr/>
            <p:nvPr/>
          </p:nvSpPr>
          <p:spPr>
            <a:xfrm>
              <a:off x="10980738" y="2778125"/>
              <a:ext cx="77788" cy="139700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13" y="25"/>
                    <a:pt x="12" y="37"/>
                    <a:pt x="12" y="37"/>
                  </a:cubicBezTo>
                  <a:cubicBezTo>
                    <a:pt x="21" y="17"/>
                    <a:pt x="18" y="10"/>
                    <a:pt x="17" y="6"/>
                  </a:cubicBezTo>
                  <a:cubicBezTo>
                    <a:pt x="15" y="2"/>
                    <a:pt x="10" y="0"/>
                    <a:pt x="6" y="2"/>
                  </a:cubicBezTo>
                  <a:cubicBezTo>
                    <a:pt x="1" y="4"/>
                    <a:pt x="0" y="9"/>
                    <a:pt x="1" y="13"/>
                  </a:cubicBezTo>
                  <a:cubicBezTo>
                    <a:pt x="2" y="15"/>
                    <a:pt x="3" y="16"/>
                    <a:pt x="4" y="17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g3072d353d33_0_216"/>
            <p:cNvSpPr/>
            <p:nvPr/>
          </p:nvSpPr>
          <p:spPr>
            <a:xfrm>
              <a:off x="11052175" y="2695575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7" h="33" extrusionOk="0">
                  <a:moveTo>
                    <a:pt x="9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2" y="21"/>
                    <a:pt x="27" y="33"/>
                    <a:pt x="27" y="33"/>
                  </a:cubicBezTo>
                  <a:cubicBezTo>
                    <a:pt x="25" y="11"/>
                    <a:pt x="19" y="6"/>
                    <a:pt x="15" y="4"/>
                  </a:cubicBezTo>
                  <a:cubicBezTo>
                    <a:pt x="11" y="0"/>
                    <a:pt x="6" y="2"/>
                    <a:pt x="3" y="6"/>
                  </a:cubicBezTo>
                  <a:cubicBezTo>
                    <a:pt x="0" y="9"/>
                    <a:pt x="1" y="15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g3072d353d33_0_216"/>
            <p:cNvSpPr/>
            <p:nvPr/>
          </p:nvSpPr>
          <p:spPr>
            <a:xfrm>
              <a:off x="11077575" y="2595563"/>
              <a:ext cx="131763" cy="63500"/>
            </a:xfrm>
            <a:custGeom>
              <a:avLst/>
              <a:gdLst/>
              <a:ahLst/>
              <a:cxnLst/>
              <a:rect l="l" t="t" r="r" b="b"/>
              <a:pathLst>
                <a:path w="35" h="17" extrusionOk="0">
                  <a:moveTo>
                    <a:pt x="13" y="16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24" y="11"/>
                    <a:pt x="35" y="17"/>
                    <a:pt x="35" y="17"/>
                  </a:cubicBezTo>
                  <a:cubicBezTo>
                    <a:pt x="21" y="1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0" y="17"/>
                    <a:pt x="12" y="17"/>
                    <a:pt x="13" y="16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g3072d353d33_0_216"/>
            <p:cNvSpPr/>
            <p:nvPr/>
          </p:nvSpPr>
          <p:spPr>
            <a:xfrm>
              <a:off x="11052175" y="2474913"/>
              <a:ext cx="138113" cy="85725"/>
            </a:xfrm>
            <a:custGeom>
              <a:avLst/>
              <a:gdLst/>
              <a:ahLst/>
              <a:cxnLst/>
              <a:rect l="l" t="t" r="r" b="b"/>
              <a:pathLst>
                <a:path w="37" h="23" extrusionOk="0">
                  <a:moveTo>
                    <a:pt x="18" y="18"/>
                  </a:moveTo>
                  <a:cubicBezTo>
                    <a:pt x="18" y="18"/>
                    <a:pt x="18" y="18"/>
                    <a:pt x="18" y="18"/>
                  </a:cubicBezTo>
                  <a:cubicBezTo>
                    <a:pt x="25" y="7"/>
                    <a:pt x="37" y="8"/>
                    <a:pt x="37" y="8"/>
                  </a:cubicBezTo>
                  <a:cubicBezTo>
                    <a:pt x="17" y="0"/>
                    <a:pt x="10" y="4"/>
                    <a:pt x="6" y="6"/>
                  </a:cubicBezTo>
                  <a:cubicBezTo>
                    <a:pt x="2" y="8"/>
                    <a:pt x="0" y="13"/>
                    <a:pt x="3" y="17"/>
                  </a:cubicBezTo>
                  <a:cubicBezTo>
                    <a:pt x="5" y="21"/>
                    <a:pt x="10" y="23"/>
                    <a:pt x="15" y="21"/>
                  </a:cubicBezTo>
                  <a:cubicBezTo>
                    <a:pt x="16" y="20"/>
                    <a:pt x="17" y="19"/>
                    <a:pt x="18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g3072d353d33_0_216"/>
            <p:cNvSpPr/>
            <p:nvPr/>
          </p:nvSpPr>
          <p:spPr>
            <a:xfrm>
              <a:off x="10972800" y="2381250"/>
              <a:ext cx="112713" cy="101600"/>
            </a:xfrm>
            <a:custGeom>
              <a:avLst/>
              <a:gdLst/>
              <a:ahLst/>
              <a:cxnLst/>
              <a:rect l="l" t="t" r="r" b="b"/>
              <a:pathLst>
                <a:path w="30" h="27" extrusionOk="0">
                  <a:moveTo>
                    <a:pt x="19" y="18"/>
                  </a:moveTo>
                  <a:cubicBezTo>
                    <a:pt x="19" y="18"/>
                    <a:pt x="19" y="18"/>
                    <a:pt x="19" y="18"/>
                  </a:cubicBezTo>
                  <a:cubicBezTo>
                    <a:pt x="20" y="6"/>
                    <a:pt x="30" y="0"/>
                    <a:pt x="30" y="0"/>
                  </a:cubicBezTo>
                  <a:cubicBezTo>
                    <a:pt x="10" y="4"/>
                    <a:pt x="5" y="10"/>
                    <a:pt x="3" y="13"/>
                  </a:cubicBezTo>
                  <a:cubicBezTo>
                    <a:pt x="0" y="17"/>
                    <a:pt x="2" y="23"/>
                    <a:pt x="6" y="25"/>
                  </a:cubicBezTo>
                  <a:cubicBezTo>
                    <a:pt x="10" y="27"/>
                    <a:pt x="15" y="26"/>
                    <a:pt x="17" y="22"/>
                  </a:cubicBezTo>
                  <a:cubicBezTo>
                    <a:pt x="18" y="21"/>
                    <a:pt x="19" y="19"/>
                    <a:pt x="19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0" name="Google Shape;460;g3072d353d33_0_216"/>
          <p:cNvSpPr/>
          <p:nvPr/>
        </p:nvSpPr>
        <p:spPr>
          <a:xfrm>
            <a:off x="10011107" y="3749632"/>
            <a:ext cx="293458" cy="508005"/>
          </a:xfrm>
          <a:custGeom>
            <a:avLst/>
            <a:gdLst/>
            <a:ahLst/>
            <a:cxnLst/>
            <a:rect l="l" t="t" r="r" b="b"/>
            <a:pathLst>
              <a:path w="238" h="412" extrusionOk="0">
                <a:moveTo>
                  <a:pt x="111" y="0"/>
                </a:moveTo>
                <a:lnTo>
                  <a:pt x="238" y="0"/>
                </a:lnTo>
                <a:lnTo>
                  <a:pt x="125" y="159"/>
                </a:lnTo>
                <a:lnTo>
                  <a:pt x="236" y="159"/>
                </a:lnTo>
                <a:lnTo>
                  <a:pt x="35" y="412"/>
                </a:lnTo>
                <a:lnTo>
                  <a:pt x="120" y="239"/>
                </a:lnTo>
                <a:lnTo>
                  <a:pt x="0" y="239"/>
                </a:lnTo>
                <a:lnTo>
                  <a:pt x="111" y="0"/>
                </a:lnTo>
                <a:lnTo>
                  <a:pt x="111" y="0"/>
                </a:lnTo>
                <a:close/>
              </a:path>
            </a:pathLst>
          </a:custGeom>
          <a:solidFill>
            <a:srgbClr val="7BD4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1" name="Google Shape;461;g3072d353d33_0_216"/>
          <p:cNvGrpSpPr/>
          <p:nvPr/>
        </p:nvGrpSpPr>
        <p:grpSpPr>
          <a:xfrm>
            <a:off x="9902673" y="3124444"/>
            <a:ext cx="511039" cy="537366"/>
            <a:chOff x="9515476" y="2732088"/>
            <a:chExt cx="523874" cy="550862"/>
          </a:xfrm>
        </p:grpSpPr>
        <p:sp>
          <p:nvSpPr>
            <p:cNvPr id="462" name="Google Shape;462;g3072d353d33_0_216"/>
            <p:cNvSpPr/>
            <p:nvPr/>
          </p:nvSpPr>
          <p:spPr>
            <a:xfrm>
              <a:off x="9788525" y="3113088"/>
              <a:ext cx="68262" cy="98425"/>
            </a:xfrm>
            <a:custGeom>
              <a:avLst/>
              <a:gdLst/>
              <a:ahLst/>
              <a:cxnLst/>
              <a:rect l="l" t="t" r="r" b="b"/>
              <a:pathLst>
                <a:path w="18" h="26" extrusionOk="0">
                  <a:moveTo>
                    <a:pt x="18" y="17"/>
                  </a:moveTo>
                  <a:cubicBezTo>
                    <a:pt x="18" y="22"/>
                    <a:pt x="14" y="26"/>
                    <a:pt x="9" y="26"/>
                  </a:cubicBezTo>
                  <a:cubicBezTo>
                    <a:pt x="5" y="26"/>
                    <a:pt x="0" y="22"/>
                    <a:pt x="0" y="17"/>
                  </a:cubicBezTo>
                  <a:cubicBezTo>
                    <a:pt x="0" y="13"/>
                    <a:pt x="13" y="0"/>
                    <a:pt x="13" y="0"/>
                  </a:cubicBezTo>
                  <a:cubicBezTo>
                    <a:pt x="13" y="0"/>
                    <a:pt x="18" y="13"/>
                    <a:pt x="18" y="17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g3072d353d33_0_216"/>
            <p:cNvSpPr/>
            <p:nvPr/>
          </p:nvSpPr>
          <p:spPr>
            <a:xfrm>
              <a:off x="9634538" y="3125788"/>
              <a:ext cx="52387" cy="77787"/>
            </a:xfrm>
            <a:custGeom>
              <a:avLst/>
              <a:gdLst/>
              <a:ahLst/>
              <a:cxnLst/>
              <a:rect l="l" t="t" r="r" b="b"/>
              <a:pathLst>
                <a:path w="14" h="21" extrusionOk="0">
                  <a:moveTo>
                    <a:pt x="14" y="14"/>
                  </a:moveTo>
                  <a:cubicBezTo>
                    <a:pt x="14" y="18"/>
                    <a:pt x="11" y="21"/>
                    <a:pt x="7" y="21"/>
                  </a:cubicBezTo>
                  <a:cubicBezTo>
                    <a:pt x="3" y="21"/>
                    <a:pt x="0" y="18"/>
                    <a:pt x="0" y="14"/>
                  </a:cubicBezTo>
                  <a:cubicBezTo>
                    <a:pt x="0" y="10"/>
                    <a:pt x="11" y="0"/>
                    <a:pt x="11" y="0"/>
                  </a:cubicBezTo>
                  <a:cubicBezTo>
                    <a:pt x="11" y="0"/>
                    <a:pt x="14" y="10"/>
                    <a:pt x="14" y="14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g3072d353d33_0_216"/>
            <p:cNvSpPr/>
            <p:nvPr/>
          </p:nvSpPr>
          <p:spPr>
            <a:xfrm>
              <a:off x="9698038" y="3211513"/>
              <a:ext cx="52387" cy="71437"/>
            </a:xfrm>
            <a:custGeom>
              <a:avLst/>
              <a:gdLst/>
              <a:ahLst/>
              <a:cxnLst/>
              <a:rect l="l" t="t" r="r" b="b"/>
              <a:pathLst>
                <a:path w="14" h="19" extrusionOk="0">
                  <a:moveTo>
                    <a:pt x="14" y="13"/>
                  </a:moveTo>
                  <a:cubicBezTo>
                    <a:pt x="14" y="16"/>
                    <a:pt x="11" y="19"/>
                    <a:pt x="8" y="19"/>
                  </a:cubicBezTo>
                  <a:cubicBezTo>
                    <a:pt x="3" y="19"/>
                    <a:pt x="0" y="16"/>
                    <a:pt x="0" y="13"/>
                  </a:cubicBezTo>
                  <a:cubicBezTo>
                    <a:pt x="0" y="9"/>
                    <a:pt x="11" y="0"/>
                    <a:pt x="11" y="0"/>
                  </a:cubicBezTo>
                  <a:cubicBezTo>
                    <a:pt x="11" y="0"/>
                    <a:pt x="14" y="9"/>
                    <a:pt x="14" y="13"/>
                  </a:cubicBezTo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g3072d353d33_0_216"/>
            <p:cNvSpPr/>
            <p:nvPr/>
          </p:nvSpPr>
          <p:spPr>
            <a:xfrm>
              <a:off x="9515476" y="2732088"/>
              <a:ext cx="523874" cy="400050"/>
            </a:xfrm>
            <a:custGeom>
              <a:avLst/>
              <a:gdLst/>
              <a:ahLst/>
              <a:cxnLst/>
              <a:rect l="l" t="t" r="r" b="b"/>
              <a:pathLst>
                <a:path w="140" h="107" extrusionOk="0">
                  <a:moveTo>
                    <a:pt x="104" y="21"/>
                  </a:moveTo>
                  <a:cubicBezTo>
                    <a:pt x="104" y="21"/>
                    <a:pt x="93" y="1"/>
                    <a:pt x="74" y="1"/>
                  </a:cubicBezTo>
                  <a:cubicBezTo>
                    <a:pt x="55" y="0"/>
                    <a:pt x="45" y="21"/>
                    <a:pt x="45" y="21"/>
                  </a:cubicBezTo>
                  <a:cubicBezTo>
                    <a:pt x="19" y="21"/>
                    <a:pt x="8" y="29"/>
                    <a:pt x="4" y="47"/>
                  </a:cubicBezTo>
                  <a:cubicBezTo>
                    <a:pt x="0" y="64"/>
                    <a:pt x="20" y="73"/>
                    <a:pt x="20" y="73"/>
                  </a:cubicBezTo>
                  <a:cubicBezTo>
                    <a:pt x="20" y="73"/>
                    <a:pt x="21" y="78"/>
                    <a:pt x="35" y="89"/>
                  </a:cubicBezTo>
                  <a:cubicBezTo>
                    <a:pt x="50" y="101"/>
                    <a:pt x="66" y="88"/>
                    <a:pt x="66" y="88"/>
                  </a:cubicBezTo>
                  <a:cubicBezTo>
                    <a:pt x="66" y="88"/>
                    <a:pt x="74" y="98"/>
                    <a:pt x="96" y="96"/>
                  </a:cubicBezTo>
                  <a:cubicBezTo>
                    <a:pt x="117" y="94"/>
                    <a:pt x="121" y="70"/>
                    <a:pt x="121" y="70"/>
                  </a:cubicBezTo>
                  <a:cubicBezTo>
                    <a:pt x="121" y="70"/>
                    <a:pt x="140" y="64"/>
                    <a:pt x="138" y="42"/>
                  </a:cubicBezTo>
                  <a:cubicBezTo>
                    <a:pt x="136" y="20"/>
                    <a:pt x="104" y="21"/>
                    <a:pt x="104" y="21"/>
                  </a:cubicBezTo>
                  <a:close/>
                  <a:moveTo>
                    <a:pt x="102" y="69"/>
                  </a:moveTo>
                  <a:cubicBezTo>
                    <a:pt x="111" y="70"/>
                    <a:pt x="111" y="70"/>
                    <a:pt x="111" y="70"/>
                  </a:cubicBezTo>
                  <a:cubicBezTo>
                    <a:pt x="91" y="107"/>
                    <a:pt x="66" y="80"/>
                    <a:pt x="66" y="80"/>
                  </a:cubicBezTo>
                  <a:cubicBezTo>
                    <a:pt x="29" y="96"/>
                    <a:pt x="22" y="56"/>
                    <a:pt x="22" y="56"/>
                  </a:cubicBezTo>
                  <a:cubicBezTo>
                    <a:pt x="19" y="66"/>
                    <a:pt x="19" y="66"/>
                    <a:pt x="19" y="66"/>
                  </a:cubicBezTo>
                  <a:cubicBezTo>
                    <a:pt x="19" y="66"/>
                    <a:pt x="7" y="60"/>
                    <a:pt x="15" y="42"/>
                  </a:cubicBezTo>
                  <a:cubicBezTo>
                    <a:pt x="28" y="18"/>
                    <a:pt x="60" y="33"/>
                    <a:pt x="60" y="33"/>
                  </a:cubicBezTo>
                  <a:cubicBezTo>
                    <a:pt x="53" y="23"/>
                    <a:pt x="53" y="23"/>
                    <a:pt x="53" y="23"/>
                  </a:cubicBezTo>
                  <a:cubicBezTo>
                    <a:pt x="53" y="23"/>
                    <a:pt x="56" y="16"/>
                    <a:pt x="73" y="13"/>
                  </a:cubicBezTo>
                  <a:cubicBezTo>
                    <a:pt x="91" y="9"/>
                    <a:pt x="105" y="31"/>
                    <a:pt x="105" y="31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5" y="26"/>
                    <a:pt x="128" y="28"/>
                    <a:pt x="131" y="45"/>
                  </a:cubicBezTo>
                  <a:cubicBezTo>
                    <a:pt x="134" y="64"/>
                    <a:pt x="102" y="69"/>
                    <a:pt x="102" y="69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6" name="Google Shape;466;g3072d353d33_0_216"/>
          <p:cNvSpPr/>
          <p:nvPr/>
        </p:nvSpPr>
        <p:spPr>
          <a:xfrm>
            <a:off x="9902326" y="2653941"/>
            <a:ext cx="469352" cy="312781"/>
          </a:xfrm>
          <a:custGeom>
            <a:avLst/>
            <a:gdLst/>
            <a:ahLst/>
            <a:cxnLst/>
            <a:rect l="l" t="t" r="r" b="b"/>
            <a:pathLst>
              <a:path w="180" h="132" extrusionOk="0">
                <a:moveTo>
                  <a:pt x="144" y="132"/>
                </a:moveTo>
                <a:cubicBezTo>
                  <a:pt x="42" y="132"/>
                  <a:pt x="42" y="132"/>
                  <a:pt x="42" y="132"/>
                </a:cubicBezTo>
                <a:cubicBezTo>
                  <a:pt x="19" y="132"/>
                  <a:pt x="0" y="113"/>
                  <a:pt x="0" y="90"/>
                </a:cubicBezTo>
                <a:cubicBezTo>
                  <a:pt x="0" y="73"/>
                  <a:pt x="10" y="59"/>
                  <a:pt x="24" y="52"/>
                </a:cubicBezTo>
                <a:cubicBezTo>
                  <a:pt x="24" y="51"/>
                  <a:pt x="24" y="49"/>
                  <a:pt x="24" y="48"/>
                </a:cubicBezTo>
                <a:cubicBezTo>
                  <a:pt x="24" y="21"/>
                  <a:pt x="45" y="0"/>
                  <a:pt x="72" y="0"/>
                </a:cubicBezTo>
                <a:cubicBezTo>
                  <a:pt x="92" y="0"/>
                  <a:pt x="109" y="12"/>
                  <a:pt x="116" y="30"/>
                </a:cubicBezTo>
                <a:cubicBezTo>
                  <a:pt x="121" y="26"/>
                  <a:pt x="126" y="24"/>
                  <a:pt x="132" y="24"/>
                </a:cubicBezTo>
                <a:cubicBezTo>
                  <a:pt x="145" y="24"/>
                  <a:pt x="156" y="35"/>
                  <a:pt x="156" y="48"/>
                </a:cubicBezTo>
                <a:cubicBezTo>
                  <a:pt x="156" y="53"/>
                  <a:pt x="155" y="57"/>
                  <a:pt x="152" y="61"/>
                </a:cubicBezTo>
                <a:cubicBezTo>
                  <a:pt x="168" y="65"/>
                  <a:pt x="180" y="79"/>
                  <a:pt x="180" y="96"/>
                </a:cubicBezTo>
                <a:cubicBezTo>
                  <a:pt x="180" y="116"/>
                  <a:pt x="164" y="132"/>
                  <a:pt x="144" y="132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rgbClr val="6767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7" name="Google Shape;467;g3072d353d33_0_216"/>
          <p:cNvGrpSpPr/>
          <p:nvPr/>
        </p:nvGrpSpPr>
        <p:grpSpPr>
          <a:xfrm>
            <a:off x="9902519" y="2037266"/>
            <a:ext cx="486270" cy="350973"/>
            <a:chOff x="7035831" y="2397735"/>
            <a:chExt cx="1871707" cy="1452103"/>
          </a:xfrm>
        </p:grpSpPr>
        <p:grpSp>
          <p:nvGrpSpPr>
            <p:cNvPr id="468" name="Google Shape;468;g3072d353d33_0_216"/>
            <p:cNvGrpSpPr/>
            <p:nvPr/>
          </p:nvGrpSpPr>
          <p:grpSpPr>
            <a:xfrm>
              <a:off x="7705623" y="2397735"/>
              <a:ext cx="1201915" cy="1192535"/>
              <a:chOff x="10598150" y="2325688"/>
              <a:chExt cx="611195" cy="606425"/>
            </a:xfrm>
          </p:grpSpPr>
          <p:sp>
            <p:nvSpPr>
              <p:cNvPr id="469" name="Google Shape;469;g3072d353d33_0_216"/>
              <p:cNvSpPr/>
              <p:nvPr/>
            </p:nvSpPr>
            <p:spPr>
              <a:xfrm>
                <a:off x="10763250" y="2482850"/>
                <a:ext cx="281100" cy="28890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g3072d353d33_0_216"/>
              <p:cNvSpPr/>
              <p:nvPr/>
            </p:nvSpPr>
            <p:spPr>
              <a:xfrm>
                <a:off x="10871200" y="2325688"/>
                <a:ext cx="63500" cy="130175"/>
              </a:xfrm>
              <a:custGeom>
                <a:avLst/>
                <a:gdLst/>
                <a:ahLst/>
                <a:cxnLst/>
                <a:rect l="l" t="t" r="r" b="b"/>
                <a:pathLst>
                  <a:path w="17" h="35" extrusionOk="0">
                    <a:moveTo>
                      <a:pt x="16" y="22"/>
                    </a:moveTo>
                    <a:cubicBezTo>
                      <a:pt x="16" y="22"/>
                      <a:pt x="16" y="22"/>
                      <a:pt x="16" y="22"/>
                    </a:cubicBezTo>
                    <a:cubicBezTo>
                      <a:pt x="11" y="11"/>
                      <a:pt x="17" y="0"/>
                      <a:pt x="17" y="0"/>
                    </a:cubicBezTo>
                    <a:cubicBezTo>
                      <a:pt x="1" y="14"/>
                      <a:pt x="0" y="22"/>
                      <a:pt x="0" y="26"/>
                    </a:cubicBezTo>
                    <a:cubicBezTo>
                      <a:pt x="0" y="31"/>
                      <a:pt x="4" y="35"/>
                      <a:pt x="9" y="35"/>
                    </a:cubicBezTo>
                    <a:cubicBezTo>
                      <a:pt x="13" y="35"/>
                      <a:pt x="17" y="31"/>
                      <a:pt x="17" y="26"/>
                    </a:cubicBezTo>
                    <a:cubicBezTo>
                      <a:pt x="17" y="25"/>
                      <a:pt x="17" y="23"/>
                      <a:pt x="16" y="2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g3072d353d33_0_216"/>
              <p:cNvSpPr/>
              <p:nvPr/>
            </p:nvSpPr>
            <p:spPr>
              <a:xfrm>
                <a:off x="10755313" y="2339975"/>
                <a:ext cx="7937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17" y="21"/>
                    </a:moveTo>
                    <a:cubicBezTo>
                      <a:pt x="17" y="21"/>
                      <a:pt x="17" y="21"/>
                      <a:pt x="17" y="21"/>
                    </a:cubicBezTo>
                    <a:cubicBezTo>
                      <a:pt x="8" y="12"/>
                      <a:pt x="9" y="0"/>
                      <a:pt x="9" y="0"/>
                    </a:cubicBezTo>
                    <a:cubicBezTo>
                      <a:pt x="0" y="19"/>
                      <a:pt x="2" y="27"/>
                      <a:pt x="4" y="31"/>
                    </a:cubicBezTo>
                    <a:cubicBezTo>
                      <a:pt x="6" y="35"/>
                      <a:pt x="10" y="37"/>
                      <a:pt x="15" y="35"/>
                    </a:cubicBezTo>
                    <a:cubicBezTo>
                      <a:pt x="19" y="33"/>
                      <a:pt x="21" y="28"/>
                      <a:pt x="19" y="24"/>
                    </a:cubicBezTo>
                    <a:cubicBezTo>
                      <a:pt x="19" y="23"/>
                      <a:pt x="18" y="21"/>
                      <a:pt x="17" y="21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g3072d353d33_0_216"/>
              <p:cNvSpPr/>
              <p:nvPr/>
            </p:nvSpPr>
            <p:spPr>
              <a:xfrm>
                <a:off x="10658475" y="2436813"/>
                <a:ext cx="96838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26" h="32" extrusionOk="0">
                    <a:moveTo>
                      <a:pt x="18" y="14"/>
                    </a:moveTo>
                    <a:cubicBezTo>
                      <a:pt x="18" y="14"/>
                      <a:pt x="18" y="14"/>
                      <a:pt x="18" y="14"/>
                    </a:cubicBezTo>
                    <a:cubicBezTo>
                      <a:pt x="5" y="11"/>
                      <a:pt x="0" y="0"/>
                      <a:pt x="0" y="0"/>
                    </a:cubicBezTo>
                    <a:cubicBezTo>
                      <a:pt x="3" y="21"/>
                      <a:pt x="8" y="27"/>
                      <a:pt x="12" y="29"/>
                    </a:cubicBezTo>
                    <a:cubicBezTo>
                      <a:pt x="15" y="32"/>
                      <a:pt x="21" y="31"/>
                      <a:pt x="24" y="27"/>
                    </a:cubicBezTo>
                    <a:cubicBezTo>
                      <a:pt x="26" y="23"/>
                      <a:pt x="25" y="18"/>
                      <a:pt x="22" y="15"/>
                    </a:cubicBezTo>
                    <a:cubicBezTo>
                      <a:pt x="20" y="14"/>
                      <a:pt x="19" y="14"/>
                      <a:pt x="18" y="14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g3072d353d33_0_216"/>
              <p:cNvSpPr/>
              <p:nvPr/>
            </p:nvSpPr>
            <p:spPr>
              <a:xfrm>
                <a:off x="10598150" y="2590800"/>
                <a:ext cx="1270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19" extrusionOk="0">
                    <a:moveTo>
                      <a:pt x="21" y="3"/>
                    </a:moveTo>
                    <a:cubicBezTo>
                      <a:pt x="21" y="3"/>
                      <a:pt x="21" y="3"/>
                      <a:pt x="21" y="3"/>
                    </a:cubicBezTo>
                    <a:cubicBezTo>
                      <a:pt x="10" y="7"/>
                      <a:pt x="0" y="0"/>
                      <a:pt x="0" y="0"/>
                    </a:cubicBezTo>
                    <a:cubicBezTo>
                      <a:pt x="13" y="17"/>
                      <a:pt x="20" y="18"/>
                      <a:pt x="24" y="19"/>
                    </a:cubicBezTo>
                    <a:cubicBezTo>
                      <a:pt x="29" y="19"/>
                      <a:pt x="33" y="16"/>
                      <a:pt x="33" y="11"/>
                    </a:cubicBezTo>
                    <a:cubicBezTo>
                      <a:pt x="34" y="6"/>
                      <a:pt x="30" y="2"/>
                      <a:pt x="26" y="2"/>
                    </a:cubicBezTo>
                    <a:cubicBezTo>
                      <a:pt x="24" y="2"/>
                      <a:pt x="23" y="2"/>
                      <a:pt x="21" y="3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g3072d353d33_0_216"/>
              <p:cNvSpPr/>
              <p:nvPr/>
            </p:nvSpPr>
            <p:spPr>
              <a:xfrm>
                <a:off x="10620375" y="2700338"/>
                <a:ext cx="1349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22" extrusionOk="0">
                    <a:moveTo>
                      <a:pt x="20" y="5"/>
                    </a:moveTo>
                    <a:cubicBezTo>
                      <a:pt x="20" y="5"/>
                      <a:pt x="20" y="5"/>
                      <a:pt x="20" y="5"/>
                    </a:cubicBezTo>
                    <a:cubicBezTo>
                      <a:pt x="12" y="14"/>
                      <a:pt x="0" y="13"/>
                      <a:pt x="0" y="13"/>
                    </a:cubicBezTo>
                    <a:cubicBezTo>
                      <a:pt x="19" y="22"/>
                      <a:pt x="27" y="20"/>
                      <a:pt x="30" y="18"/>
                    </a:cubicBezTo>
                    <a:cubicBezTo>
                      <a:pt x="34" y="16"/>
                      <a:pt x="36" y="11"/>
                      <a:pt x="34" y="7"/>
                    </a:cubicBezTo>
                    <a:cubicBezTo>
                      <a:pt x="32" y="2"/>
                      <a:pt x="27" y="0"/>
                      <a:pt x="23" y="2"/>
                    </a:cubicBezTo>
                    <a:cubicBezTo>
                      <a:pt x="22" y="3"/>
                      <a:pt x="21" y="4"/>
                      <a:pt x="20" y="5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g3072d353d33_0_216"/>
              <p:cNvSpPr/>
              <p:nvPr/>
            </p:nvSpPr>
            <p:spPr>
              <a:xfrm>
                <a:off x="10717213" y="2778125"/>
                <a:ext cx="12065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2" h="26" extrusionOk="0">
                    <a:moveTo>
                      <a:pt x="14" y="8"/>
                    </a:moveTo>
                    <a:cubicBezTo>
                      <a:pt x="14" y="8"/>
                      <a:pt x="14" y="8"/>
                      <a:pt x="14" y="8"/>
                    </a:cubicBezTo>
                    <a:cubicBezTo>
                      <a:pt x="11" y="20"/>
                      <a:pt x="0" y="26"/>
                      <a:pt x="0" y="26"/>
                    </a:cubicBezTo>
                    <a:cubicBezTo>
                      <a:pt x="21" y="23"/>
                      <a:pt x="27" y="17"/>
                      <a:pt x="29" y="14"/>
                    </a:cubicBezTo>
                    <a:cubicBezTo>
                      <a:pt x="32" y="10"/>
                      <a:pt x="31" y="5"/>
                      <a:pt x="27" y="2"/>
                    </a:cubicBezTo>
                    <a:cubicBezTo>
                      <a:pt x="23" y="0"/>
                      <a:pt x="18" y="1"/>
                      <a:pt x="15" y="4"/>
                    </a:cubicBezTo>
                    <a:cubicBezTo>
                      <a:pt x="14" y="6"/>
                      <a:pt x="14" y="7"/>
                      <a:pt x="14" y="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g3072d353d33_0_216"/>
              <p:cNvSpPr/>
              <p:nvPr/>
            </p:nvSpPr>
            <p:spPr>
              <a:xfrm>
                <a:off x="10868025" y="2805113"/>
                <a:ext cx="71438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34" extrusionOk="0">
                    <a:moveTo>
                      <a:pt x="3" y="12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7" y="24"/>
                      <a:pt x="0" y="34"/>
                      <a:pt x="0" y="34"/>
                    </a:cubicBezTo>
                    <a:cubicBezTo>
                      <a:pt x="17" y="21"/>
                      <a:pt x="19" y="14"/>
                      <a:pt x="19" y="10"/>
                    </a:cubicBezTo>
                    <a:cubicBezTo>
                      <a:pt x="19" y="5"/>
                      <a:pt x="16" y="0"/>
                      <a:pt x="11" y="0"/>
                    </a:cubicBezTo>
                    <a:cubicBezTo>
                      <a:pt x="6" y="0"/>
                      <a:pt x="2" y="3"/>
                      <a:pt x="2" y="8"/>
                    </a:cubicBezTo>
                    <a:cubicBezTo>
                      <a:pt x="2" y="10"/>
                      <a:pt x="2" y="11"/>
                      <a:pt x="3" y="12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g3072d353d33_0_216"/>
              <p:cNvSpPr/>
              <p:nvPr/>
            </p:nvSpPr>
            <p:spPr>
              <a:xfrm>
                <a:off x="10980738" y="2778125"/>
                <a:ext cx="77788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1" h="37" extrusionOk="0">
                    <a:moveTo>
                      <a:pt x="4" y="17"/>
                    </a:moveTo>
                    <a:cubicBezTo>
                      <a:pt x="4" y="17"/>
                      <a:pt x="4" y="17"/>
                      <a:pt x="4" y="17"/>
                    </a:cubicBezTo>
                    <a:cubicBezTo>
                      <a:pt x="13" y="25"/>
                      <a:pt x="12" y="37"/>
                      <a:pt x="12" y="37"/>
                    </a:cubicBezTo>
                    <a:cubicBezTo>
                      <a:pt x="21" y="17"/>
                      <a:pt x="18" y="10"/>
                      <a:pt x="17" y="6"/>
                    </a:cubicBezTo>
                    <a:cubicBezTo>
                      <a:pt x="15" y="2"/>
                      <a:pt x="10" y="0"/>
                      <a:pt x="6" y="2"/>
                    </a:cubicBezTo>
                    <a:cubicBezTo>
                      <a:pt x="1" y="4"/>
                      <a:pt x="0" y="9"/>
                      <a:pt x="1" y="13"/>
                    </a:cubicBezTo>
                    <a:cubicBezTo>
                      <a:pt x="2" y="15"/>
                      <a:pt x="3" y="16"/>
                      <a:pt x="4" y="17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g3072d353d33_0_216"/>
              <p:cNvSpPr/>
              <p:nvPr/>
            </p:nvSpPr>
            <p:spPr>
              <a:xfrm>
                <a:off x="11052185" y="2695575"/>
                <a:ext cx="10160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7" h="33" extrusionOk="0">
                    <a:moveTo>
                      <a:pt x="9" y="19"/>
                    </a:moveTo>
                    <a:cubicBezTo>
                      <a:pt x="9" y="19"/>
                      <a:pt x="9" y="19"/>
                      <a:pt x="9" y="19"/>
                    </a:cubicBezTo>
                    <a:cubicBezTo>
                      <a:pt x="22" y="21"/>
                      <a:pt x="27" y="33"/>
                      <a:pt x="27" y="33"/>
                    </a:cubicBezTo>
                    <a:cubicBezTo>
                      <a:pt x="25" y="11"/>
                      <a:pt x="19" y="6"/>
                      <a:pt x="15" y="4"/>
                    </a:cubicBezTo>
                    <a:cubicBezTo>
                      <a:pt x="11" y="0"/>
                      <a:pt x="6" y="2"/>
                      <a:pt x="3" y="6"/>
                    </a:cubicBezTo>
                    <a:cubicBezTo>
                      <a:pt x="0" y="9"/>
                      <a:pt x="1" y="15"/>
                      <a:pt x="5" y="18"/>
                    </a:cubicBezTo>
                    <a:cubicBezTo>
                      <a:pt x="7" y="19"/>
                      <a:pt x="8" y="19"/>
                      <a:pt x="9" y="19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g3072d353d33_0_216"/>
              <p:cNvSpPr/>
              <p:nvPr/>
            </p:nvSpPr>
            <p:spPr>
              <a:xfrm>
                <a:off x="11077581" y="2595563"/>
                <a:ext cx="131764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5" h="17" extrusionOk="0">
                    <a:moveTo>
                      <a:pt x="13" y="16"/>
                    </a:moveTo>
                    <a:cubicBezTo>
                      <a:pt x="13" y="16"/>
                      <a:pt x="13" y="16"/>
                      <a:pt x="13" y="16"/>
                    </a:cubicBezTo>
                    <a:cubicBezTo>
                      <a:pt x="24" y="11"/>
                      <a:pt x="35" y="17"/>
                      <a:pt x="35" y="17"/>
                    </a:cubicBezTo>
                    <a:cubicBezTo>
                      <a:pt x="21" y="1"/>
                      <a:pt x="13" y="0"/>
                      <a:pt x="9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3"/>
                      <a:pt x="4" y="17"/>
                      <a:pt x="9" y="17"/>
                    </a:cubicBezTo>
                    <a:cubicBezTo>
                      <a:pt x="10" y="17"/>
                      <a:pt x="12" y="17"/>
                      <a:pt x="13" y="16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g3072d353d33_0_216"/>
              <p:cNvSpPr/>
              <p:nvPr/>
            </p:nvSpPr>
            <p:spPr>
              <a:xfrm>
                <a:off x="11052185" y="2474913"/>
                <a:ext cx="138113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37" h="23" extrusionOk="0">
                    <a:moveTo>
                      <a:pt x="18" y="18"/>
                    </a:moveTo>
                    <a:cubicBezTo>
                      <a:pt x="18" y="18"/>
                      <a:pt x="18" y="18"/>
                      <a:pt x="18" y="18"/>
                    </a:cubicBezTo>
                    <a:cubicBezTo>
                      <a:pt x="25" y="7"/>
                      <a:pt x="37" y="8"/>
                      <a:pt x="37" y="8"/>
                    </a:cubicBezTo>
                    <a:cubicBezTo>
                      <a:pt x="17" y="0"/>
                      <a:pt x="10" y="4"/>
                      <a:pt x="6" y="6"/>
                    </a:cubicBezTo>
                    <a:cubicBezTo>
                      <a:pt x="2" y="8"/>
                      <a:pt x="0" y="13"/>
                      <a:pt x="3" y="17"/>
                    </a:cubicBezTo>
                    <a:cubicBezTo>
                      <a:pt x="5" y="21"/>
                      <a:pt x="10" y="23"/>
                      <a:pt x="15" y="21"/>
                    </a:cubicBezTo>
                    <a:cubicBezTo>
                      <a:pt x="16" y="20"/>
                      <a:pt x="17" y="19"/>
                      <a:pt x="18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g3072d353d33_0_216"/>
              <p:cNvSpPr/>
              <p:nvPr/>
            </p:nvSpPr>
            <p:spPr>
              <a:xfrm>
                <a:off x="10972800" y="2381250"/>
                <a:ext cx="112713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27" extrusionOk="0">
                    <a:moveTo>
                      <a:pt x="19" y="18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6"/>
                      <a:pt x="30" y="0"/>
                      <a:pt x="30" y="0"/>
                    </a:cubicBezTo>
                    <a:cubicBezTo>
                      <a:pt x="10" y="4"/>
                      <a:pt x="5" y="10"/>
                      <a:pt x="3" y="13"/>
                    </a:cubicBezTo>
                    <a:cubicBezTo>
                      <a:pt x="0" y="17"/>
                      <a:pt x="2" y="23"/>
                      <a:pt x="6" y="25"/>
                    </a:cubicBezTo>
                    <a:cubicBezTo>
                      <a:pt x="10" y="27"/>
                      <a:pt x="15" y="26"/>
                      <a:pt x="17" y="22"/>
                    </a:cubicBezTo>
                    <a:cubicBezTo>
                      <a:pt x="18" y="21"/>
                      <a:pt x="19" y="19"/>
                      <a:pt x="19" y="18"/>
                    </a:cubicBezTo>
                  </a:path>
                </a:pathLst>
              </a:custGeom>
              <a:solidFill>
                <a:srgbClr val="00AFC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35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2" name="Google Shape;482;g3072d353d33_0_216"/>
            <p:cNvSpPr/>
            <p:nvPr/>
          </p:nvSpPr>
          <p:spPr>
            <a:xfrm>
              <a:off x="7035831" y="2771780"/>
              <a:ext cx="1729445" cy="1078058"/>
            </a:xfrm>
            <a:custGeom>
              <a:avLst/>
              <a:gdLst/>
              <a:ahLst/>
              <a:cxnLst/>
              <a:rect l="l" t="t" r="r" b="b"/>
              <a:pathLst>
                <a:path w="180" h="132" extrusionOk="0">
                  <a:moveTo>
                    <a:pt x="144" y="132"/>
                  </a:moveTo>
                  <a:cubicBezTo>
                    <a:pt x="42" y="132"/>
                    <a:pt x="42" y="132"/>
                    <a:pt x="42" y="132"/>
                  </a:cubicBezTo>
                  <a:cubicBezTo>
                    <a:pt x="19" y="132"/>
                    <a:pt x="0" y="113"/>
                    <a:pt x="0" y="90"/>
                  </a:cubicBezTo>
                  <a:cubicBezTo>
                    <a:pt x="0" y="73"/>
                    <a:pt x="10" y="59"/>
                    <a:pt x="24" y="52"/>
                  </a:cubicBezTo>
                  <a:cubicBezTo>
                    <a:pt x="24" y="51"/>
                    <a:pt x="24" y="49"/>
                    <a:pt x="24" y="48"/>
                  </a:cubicBezTo>
                  <a:cubicBezTo>
                    <a:pt x="24" y="21"/>
                    <a:pt x="45" y="0"/>
                    <a:pt x="72" y="0"/>
                  </a:cubicBezTo>
                  <a:cubicBezTo>
                    <a:pt x="92" y="0"/>
                    <a:pt x="109" y="12"/>
                    <a:pt x="116" y="30"/>
                  </a:cubicBezTo>
                  <a:cubicBezTo>
                    <a:pt x="121" y="26"/>
                    <a:pt x="126" y="24"/>
                    <a:pt x="132" y="24"/>
                  </a:cubicBezTo>
                  <a:cubicBezTo>
                    <a:pt x="145" y="24"/>
                    <a:pt x="156" y="35"/>
                    <a:pt x="156" y="48"/>
                  </a:cubicBezTo>
                  <a:cubicBezTo>
                    <a:pt x="156" y="53"/>
                    <a:pt x="155" y="57"/>
                    <a:pt x="152" y="61"/>
                  </a:cubicBezTo>
                  <a:cubicBezTo>
                    <a:pt x="168" y="65"/>
                    <a:pt x="180" y="79"/>
                    <a:pt x="180" y="96"/>
                  </a:cubicBezTo>
                  <a:cubicBezTo>
                    <a:pt x="180" y="116"/>
                    <a:pt x="164" y="132"/>
                    <a:pt x="144" y="132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67676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g3072d353d33_0_216"/>
          <p:cNvGrpSpPr/>
          <p:nvPr/>
        </p:nvGrpSpPr>
        <p:grpSpPr>
          <a:xfrm>
            <a:off x="9814281" y="1332571"/>
            <a:ext cx="583929" cy="579378"/>
            <a:chOff x="10598150" y="2325688"/>
            <a:chExt cx="611188" cy="606425"/>
          </a:xfrm>
        </p:grpSpPr>
        <p:sp>
          <p:nvSpPr>
            <p:cNvPr id="484" name="Google Shape;484;g3072d353d33_0_216"/>
            <p:cNvSpPr/>
            <p:nvPr/>
          </p:nvSpPr>
          <p:spPr>
            <a:xfrm>
              <a:off x="10763250" y="2482850"/>
              <a:ext cx="281100" cy="2889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g3072d353d33_0_216"/>
            <p:cNvSpPr/>
            <p:nvPr/>
          </p:nvSpPr>
          <p:spPr>
            <a:xfrm>
              <a:off x="10871200" y="2325688"/>
              <a:ext cx="63500" cy="130175"/>
            </a:xfrm>
            <a:custGeom>
              <a:avLst/>
              <a:gdLst/>
              <a:ahLst/>
              <a:cxnLst/>
              <a:rect l="l" t="t" r="r" b="b"/>
              <a:pathLst>
                <a:path w="17" h="35" extrusionOk="0">
                  <a:moveTo>
                    <a:pt x="16" y="22"/>
                  </a:moveTo>
                  <a:cubicBezTo>
                    <a:pt x="16" y="22"/>
                    <a:pt x="16" y="22"/>
                    <a:pt x="16" y="22"/>
                  </a:cubicBezTo>
                  <a:cubicBezTo>
                    <a:pt x="11" y="11"/>
                    <a:pt x="17" y="0"/>
                    <a:pt x="17" y="0"/>
                  </a:cubicBezTo>
                  <a:cubicBezTo>
                    <a:pt x="1" y="14"/>
                    <a:pt x="0" y="22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ubicBezTo>
                    <a:pt x="13" y="35"/>
                    <a:pt x="17" y="31"/>
                    <a:pt x="17" y="26"/>
                  </a:cubicBezTo>
                  <a:cubicBezTo>
                    <a:pt x="17" y="25"/>
                    <a:pt x="17" y="23"/>
                    <a:pt x="16" y="2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g3072d353d33_0_216"/>
            <p:cNvSpPr/>
            <p:nvPr/>
          </p:nvSpPr>
          <p:spPr>
            <a:xfrm>
              <a:off x="10755313" y="2339975"/>
              <a:ext cx="79375" cy="138113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17" y="21"/>
                  </a:moveTo>
                  <a:cubicBezTo>
                    <a:pt x="17" y="21"/>
                    <a:pt x="17" y="21"/>
                    <a:pt x="17" y="21"/>
                  </a:cubicBezTo>
                  <a:cubicBezTo>
                    <a:pt x="8" y="12"/>
                    <a:pt x="9" y="0"/>
                    <a:pt x="9" y="0"/>
                  </a:cubicBezTo>
                  <a:cubicBezTo>
                    <a:pt x="0" y="19"/>
                    <a:pt x="2" y="27"/>
                    <a:pt x="4" y="31"/>
                  </a:cubicBezTo>
                  <a:cubicBezTo>
                    <a:pt x="6" y="35"/>
                    <a:pt x="10" y="37"/>
                    <a:pt x="15" y="35"/>
                  </a:cubicBezTo>
                  <a:cubicBezTo>
                    <a:pt x="19" y="33"/>
                    <a:pt x="21" y="28"/>
                    <a:pt x="19" y="24"/>
                  </a:cubicBezTo>
                  <a:cubicBezTo>
                    <a:pt x="19" y="23"/>
                    <a:pt x="18" y="21"/>
                    <a:pt x="17" y="21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g3072d353d33_0_216"/>
            <p:cNvSpPr/>
            <p:nvPr/>
          </p:nvSpPr>
          <p:spPr>
            <a:xfrm>
              <a:off x="10658475" y="2436813"/>
              <a:ext cx="96838" cy="120650"/>
            </a:xfrm>
            <a:custGeom>
              <a:avLst/>
              <a:gdLst/>
              <a:ahLst/>
              <a:cxnLst/>
              <a:rect l="l" t="t" r="r" b="b"/>
              <a:pathLst>
                <a:path w="26" h="32" extrusionOk="0">
                  <a:moveTo>
                    <a:pt x="18" y="14"/>
                  </a:moveTo>
                  <a:cubicBezTo>
                    <a:pt x="18" y="14"/>
                    <a:pt x="18" y="14"/>
                    <a:pt x="18" y="14"/>
                  </a:cubicBezTo>
                  <a:cubicBezTo>
                    <a:pt x="5" y="11"/>
                    <a:pt x="0" y="0"/>
                    <a:pt x="0" y="0"/>
                  </a:cubicBezTo>
                  <a:cubicBezTo>
                    <a:pt x="3" y="21"/>
                    <a:pt x="8" y="27"/>
                    <a:pt x="12" y="29"/>
                  </a:cubicBezTo>
                  <a:cubicBezTo>
                    <a:pt x="15" y="32"/>
                    <a:pt x="21" y="31"/>
                    <a:pt x="24" y="27"/>
                  </a:cubicBezTo>
                  <a:cubicBezTo>
                    <a:pt x="26" y="23"/>
                    <a:pt x="25" y="18"/>
                    <a:pt x="22" y="15"/>
                  </a:cubicBezTo>
                  <a:cubicBezTo>
                    <a:pt x="20" y="14"/>
                    <a:pt x="19" y="14"/>
                    <a:pt x="18" y="14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g3072d353d33_0_216"/>
            <p:cNvSpPr/>
            <p:nvPr/>
          </p:nvSpPr>
          <p:spPr>
            <a:xfrm>
              <a:off x="10598150" y="2590800"/>
              <a:ext cx="127000" cy="71438"/>
            </a:xfrm>
            <a:custGeom>
              <a:avLst/>
              <a:gdLst/>
              <a:ahLst/>
              <a:cxnLst/>
              <a:rect l="l" t="t" r="r" b="b"/>
              <a:pathLst>
                <a:path w="34" h="19" extrusionOk="0"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10" y="7"/>
                    <a:pt x="0" y="0"/>
                    <a:pt x="0" y="0"/>
                  </a:cubicBezTo>
                  <a:cubicBezTo>
                    <a:pt x="13" y="17"/>
                    <a:pt x="20" y="18"/>
                    <a:pt x="24" y="19"/>
                  </a:cubicBezTo>
                  <a:cubicBezTo>
                    <a:pt x="29" y="19"/>
                    <a:pt x="33" y="16"/>
                    <a:pt x="33" y="11"/>
                  </a:cubicBezTo>
                  <a:cubicBezTo>
                    <a:pt x="34" y="6"/>
                    <a:pt x="30" y="2"/>
                    <a:pt x="26" y="2"/>
                  </a:cubicBezTo>
                  <a:cubicBezTo>
                    <a:pt x="24" y="2"/>
                    <a:pt x="23" y="2"/>
                    <a:pt x="21" y="3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g3072d353d33_0_216"/>
            <p:cNvSpPr/>
            <p:nvPr/>
          </p:nvSpPr>
          <p:spPr>
            <a:xfrm>
              <a:off x="10620375" y="2700338"/>
              <a:ext cx="134938" cy="82550"/>
            </a:xfrm>
            <a:custGeom>
              <a:avLst/>
              <a:gdLst/>
              <a:ahLst/>
              <a:cxnLst/>
              <a:rect l="l" t="t" r="r" b="b"/>
              <a:pathLst>
                <a:path w="36" h="22" extrusionOk="0">
                  <a:moveTo>
                    <a:pt x="20" y="5"/>
                  </a:moveTo>
                  <a:cubicBezTo>
                    <a:pt x="20" y="5"/>
                    <a:pt x="20" y="5"/>
                    <a:pt x="20" y="5"/>
                  </a:cubicBezTo>
                  <a:cubicBezTo>
                    <a:pt x="12" y="14"/>
                    <a:pt x="0" y="13"/>
                    <a:pt x="0" y="13"/>
                  </a:cubicBezTo>
                  <a:cubicBezTo>
                    <a:pt x="19" y="22"/>
                    <a:pt x="27" y="20"/>
                    <a:pt x="30" y="18"/>
                  </a:cubicBezTo>
                  <a:cubicBezTo>
                    <a:pt x="34" y="16"/>
                    <a:pt x="36" y="11"/>
                    <a:pt x="34" y="7"/>
                  </a:cubicBezTo>
                  <a:cubicBezTo>
                    <a:pt x="32" y="2"/>
                    <a:pt x="27" y="0"/>
                    <a:pt x="23" y="2"/>
                  </a:cubicBezTo>
                  <a:cubicBezTo>
                    <a:pt x="22" y="3"/>
                    <a:pt x="21" y="4"/>
                    <a:pt x="20" y="5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g3072d353d33_0_216"/>
            <p:cNvSpPr/>
            <p:nvPr/>
          </p:nvSpPr>
          <p:spPr>
            <a:xfrm>
              <a:off x="10717213" y="2778125"/>
              <a:ext cx="120650" cy="98425"/>
            </a:xfrm>
            <a:custGeom>
              <a:avLst/>
              <a:gdLst/>
              <a:ahLst/>
              <a:cxnLst/>
              <a:rect l="l" t="t" r="r" b="b"/>
              <a:pathLst>
                <a:path w="32" h="26" extrusionOk="0"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1" y="20"/>
                    <a:pt x="0" y="26"/>
                    <a:pt x="0" y="26"/>
                  </a:cubicBezTo>
                  <a:cubicBezTo>
                    <a:pt x="21" y="23"/>
                    <a:pt x="27" y="17"/>
                    <a:pt x="29" y="14"/>
                  </a:cubicBezTo>
                  <a:cubicBezTo>
                    <a:pt x="32" y="10"/>
                    <a:pt x="31" y="5"/>
                    <a:pt x="27" y="2"/>
                  </a:cubicBezTo>
                  <a:cubicBezTo>
                    <a:pt x="23" y="0"/>
                    <a:pt x="18" y="1"/>
                    <a:pt x="15" y="4"/>
                  </a:cubicBezTo>
                  <a:cubicBezTo>
                    <a:pt x="14" y="6"/>
                    <a:pt x="14" y="7"/>
                    <a:pt x="14" y="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g3072d353d33_0_216"/>
            <p:cNvSpPr/>
            <p:nvPr/>
          </p:nvSpPr>
          <p:spPr>
            <a:xfrm>
              <a:off x="10868025" y="2805113"/>
              <a:ext cx="71438" cy="127000"/>
            </a:xfrm>
            <a:custGeom>
              <a:avLst/>
              <a:gdLst/>
              <a:ahLst/>
              <a:cxnLst/>
              <a:rect l="l" t="t" r="r" b="b"/>
              <a:pathLst>
                <a:path w="19" h="34" extrusionOk="0">
                  <a:moveTo>
                    <a:pt x="3" y="12"/>
                  </a:moveTo>
                  <a:cubicBezTo>
                    <a:pt x="3" y="12"/>
                    <a:pt x="3" y="12"/>
                    <a:pt x="3" y="12"/>
                  </a:cubicBezTo>
                  <a:cubicBezTo>
                    <a:pt x="7" y="24"/>
                    <a:pt x="0" y="34"/>
                    <a:pt x="0" y="34"/>
                  </a:cubicBezTo>
                  <a:cubicBezTo>
                    <a:pt x="17" y="21"/>
                    <a:pt x="19" y="14"/>
                    <a:pt x="19" y="10"/>
                  </a:cubicBezTo>
                  <a:cubicBezTo>
                    <a:pt x="19" y="5"/>
                    <a:pt x="16" y="0"/>
                    <a:pt x="11" y="0"/>
                  </a:cubicBezTo>
                  <a:cubicBezTo>
                    <a:pt x="6" y="0"/>
                    <a:pt x="2" y="3"/>
                    <a:pt x="2" y="8"/>
                  </a:cubicBezTo>
                  <a:cubicBezTo>
                    <a:pt x="2" y="10"/>
                    <a:pt x="2" y="11"/>
                    <a:pt x="3" y="12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072d353d33_0_216"/>
            <p:cNvSpPr/>
            <p:nvPr/>
          </p:nvSpPr>
          <p:spPr>
            <a:xfrm>
              <a:off x="10980738" y="2778125"/>
              <a:ext cx="77788" cy="139700"/>
            </a:xfrm>
            <a:custGeom>
              <a:avLst/>
              <a:gdLst/>
              <a:ahLst/>
              <a:cxnLst/>
              <a:rect l="l" t="t" r="r" b="b"/>
              <a:pathLst>
                <a:path w="21" h="37" extrusionOk="0">
                  <a:moveTo>
                    <a:pt x="4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13" y="25"/>
                    <a:pt x="12" y="37"/>
                    <a:pt x="12" y="37"/>
                  </a:cubicBezTo>
                  <a:cubicBezTo>
                    <a:pt x="21" y="17"/>
                    <a:pt x="18" y="10"/>
                    <a:pt x="17" y="6"/>
                  </a:cubicBezTo>
                  <a:cubicBezTo>
                    <a:pt x="15" y="2"/>
                    <a:pt x="10" y="0"/>
                    <a:pt x="6" y="2"/>
                  </a:cubicBezTo>
                  <a:cubicBezTo>
                    <a:pt x="1" y="4"/>
                    <a:pt x="0" y="9"/>
                    <a:pt x="1" y="13"/>
                  </a:cubicBezTo>
                  <a:cubicBezTo>
                    <a:pt x="2" y="15"/>
                    <a:pt x="3" y="16"/>
                    <a:pt x="4" y="17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g3072d353d33_0_216"/>
            <p:cNvSpPr/>
            <p:nvPr/>
          </p:nvSpPr>
          <p:spPr>
            <a:xfrm>
              <a:off x="11052175" y="2695575"/>
              <a:ext cx="101600" cy="123825"/>
            </a:xfrm>
            <a:custGeom>
              <a:avLst/>
              <a:gdLst/>
              <a:ahLst/>
              <a:cxnLst/>
              <a:rect l="l" t="t" r="r" b="b"/>
              <a:pathLst>
                <a:path w="27" h="33" extrusionOk="0">
                  <a:moveTo>
                    <a:pt x="9" y="19"/>
                  </a:moveTo>
                  <a:cubicBezTo>
                    <a:pt x="9" y="19"/>
                    <a:pt x="9" y="19"/>
                    <a:pt x="9" y="19"/>
                  </a:cubicBezTo>
                  <a:cubicBezTo>
                    <a:pt x="22" y="21"/>
                    <a:pt x="27" y="33"/>
                    <a:pt x="27" y="33"/>
                  </a:cubicBezTo>
                  <a:cubicBezTo>
                    <a:pt x="25" y="11"/>
                    <a:pt x="19" y="6"/>
                    <a:pt x="15" y="4"/>
                  </a:cubicBezTo>
                  <a:cubicBezTo>
                    <a:pt x="11" y="0"/>
                    <a:pt x="6" y="2"/>
                    <a:pt x="3" y="6"/>
                  </a:cubicBezTo>
                  <a:cubicBezTo>
                    <a:pt x="0" y="9"/>
                    <a:pt x="1" y="15"/>
                    <a:pt x="5" y="18"/>
                  </a:cubicBezTo>
                  <a:cubicBezTo>
                    <a:pt x="7" y="19"/>
                    <a:pt x="8" y="19"/>
                    <a:pt x="9" y="19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g3072d353d33_0_216"/>
            <p:cNvSpPr/>
            <p:nvPr/>
          </p:nvSpPr>
          <p:spPr>
            <a:xfrm>
              <a:off x="11077575" y="2595563"/>
              <a:ext cx="131763" cy="63500"/>
            </a:xfrm>
            <a:custGeom>
              <a:avLst/>
              <a:gdLst/>
              <a:ahLst/>
              <a:cxnLst/>
              <a:rect l="l" t="t" r="r" b="b"/>
              <a:pathLst>
                <a:path w="35" h="17" extrusionOk="0">
                  <a:moveTo>
                    <a:pt x="13" y="16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24" y="11"/>
                    <a:pt x="35" y="17"/>
                    <a:pt x="35" y="17"/>
                  </a:cubicBezTo>
                  <a:cubicBezTo>
                    <a:pt x="21" y="1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0" y="17"/>
                    <a:pt x="12" y="17"/>
                    <a:pt x="13" y="16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g3072d353d33_0_216"/>
            <p:cNvSpPr/>
            <p:nvPr/>
          </p:nvSpPr>
          <p:spPr>
            <a:xfrm>
              <a:off x="11052175" y="2474913"/>
              <a:ext cx="138113" cy="85725"/>
            </a:xfrm>
            <a:custGeom>
              <a:avLst/>
              <a:gdLst/>
              <a:ahLst/>
              <a:cxnLst/>
              <a:rect l="l" t="t" r="r" b="b"/>
              <a:pathLst>
                <a:path w="37" h="23" extrusionOk="0">
                  <a:moveTo>
                    <a:pt x="18" y="18"/>
                  </a:moveTo>
                  <a:cubicBezTo>
                    <a:pt x="18" y="18"/>
                    <a:pt x="18" y="18"/>
                    <a:pt x="18" y="18"/>
                  </a:cubicBezTo>
                  <a:cubicBezTo>
                    <a:pt x="25" y="7"/>
                    <a:pt x="37" y="8"/>
                    <a:pt x="37" y="8"/>
                  </a:cubicBezTo>
                  <a:cubicBezTo>
                    <a:pt x="17" y="0"/>
                    <a:pt x="10" y="4"/>
                    <a:pt x="6" y="6"/>
                  </a:cubicBezTo>
                  <a:cubicBezTo>
                    <a:pt x="2" y="8"/>
                    <a:pt x="0" y="13"/>
                    <a:pt x="3" y="17"/>
                  </a:cubicBezTo>
                  <a:cubicBezTo>
                    <a:pt x="5" y="21"/>
                    <a:pt x="10" y="23"/>
                    <a:pt x="15" y="21"/>
                  </a:cubicBezTo>
                  <a:cubicBezTo>
                    <a:pt x="16" y="20"/>
                    <a:pt x="17" y="19"/>
                    <a:pt x="18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g3072d353d33_0_216"/>
            <p:cNvSpPr/>
            <p:nvPr/>
          </p:nvSpPr>
          <p:spPr>
            <a:xfrm>
              <a:off x="10972800" y="2381250"/>
              <a:ext cx="112713" cy="101600"/>
            </a:xfrm>
            <a:custGeom>
              <a:avLst/>
              <a:gdLst/>
              <a:ahLst/>
              <a:cxnLst/>
              <a:rect l="l" t="t" r="r" b="b"/>
              <a:pathLst>
                <a:path w="30" h="27" extrusionOk="0">
                  <a:moveTo>
                    <a:pt x="19" y="18"/>
                  </a:moveTo>
                  <a:cubicBezTo>
                    <a:pt x="19" y="18"/>
                    <a:pt x="19" y="18"/>
                    <a:pt x="19" y="18"/>
                  </a:cubicBezTo>
                  <a:cubicBezTo>
                    <a:pt x="20" y="6"/>
                    <a:pt x="30" y="0"/>
                    <a:pt x="30" y="0"/>
                  </a:cubicBezTo>
                  <a:cubicBezTo>
                    <a:pt x="10" y="4"/>
                    <a:pt x="5" y="10"/>
                    <a:pt x="3" y="13"/>
                  </a:cubicBezTo>
                  <a:cubicBezTo>
                    <a:pt x="0" y="17"/>
                    <a:pt x="2" y="23"/>
                    <a:pt x="6" y="25"/>
                  </a:cubicBezTo>
                  <a:cubicBezTo>
                    <a:pt x="10" y="27"/>
                    <a:pt x="15" y="26"/>
                    <a:pt x="17" y="22"/>
                  </a:cubicBezTo>
                  <a:cubicBezTo>
                    <a:pt x="18" y="21"/>
                    <a:pt x="19" y="19"/>
                    <a:pt x="19" y="18"/>
                  </a:cubicBezTo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7" name="Google Shape;497;g3072d353d33_0_216"/>
          <p:cNvSpPr/>
          <p:nvPr/>
        </p:nvSpPr>
        <p:spPr>
          <a:xfrm>
            <a:off x="5273450" y="801888"/>
            <a:ext cx="2843400" cy="486900"/>
          </a:xfrm>
          <a:prstGeom prst="rect">
            <a:avLst/>
          </a:prstGeom>
          <a:solidFill>
            <a:srgbClr val="581D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</a:rPr>
              <a:t>Métiers concernés : XX </a:t>
            </a:r>
            <a:endParaRPr sz="1000" b="1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>
                <a:solidFill>
                  <a:srgbClr val="FFFFFF"/>
                </a:solidFill>
              </a:rPr>
              <a:t>(et/ou personne du métier)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ception personnalisée">
  <a:themeElements>
    <a:clrScheme name="CommunautéBPCE">
      <a:dk1>
        <a:srgbClr val="000000"/>
      </a:dk1>
      <a:lt1>
        <a:srgbClr val="FFFFFF"/>
      </a:lt1>
      <a:dk2>
        <a:srgbClr val="B34A8C"/>
      </a:dk2>
      <a:lt2>
        <a:srgbClr val="D6D2E3"/>
      </a:lt2>
      <a:accent1>
        <a:srgbClr val="581D74"/>
      </a:accent1>
      <a:accent2>
        <a:srgbClr val="00A193"/>
      </a:accent2>
      <a:accent3>
        <a:srgbClr val="DB4B4B"/>
      </a:accent3>
      <a:accent4>
        <a:srgbClr val="9176B4"/>
      </a:accent4>
      <a:accent5>
        <a:srgbClr val="55579E"/>
      </a:accent5>
      <a:accent6>
        <a:srgbClr val="EAB818"/>
      </a:accent6>
      <a:hlink>
        <a:srgbClr val="976C9D"/>
      </a:hlink>
      <a:folHlink>
        <a:srgbClr val="00ABA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On-screen Show (16:9)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9" baseType="lpstr">
      <vt:lpstr>Arial Black</vt:lpstr>
      <vt:lpstr>Cambria Math</vt:lpstr>
      <vt:lpstr>Courier New</vt:lpstr>
      <vt:lpstr>Helvetica Neue</vt:lpstr>
      <vt:lpstr>Century Gothic</vt:lpstr>
      <vt:lpstr>Merriweather Sans</vt:lpstr>
      <vt:lpstr>Cabin Condensed</vt:lpstr>
      <vt:lpstr>Montserrat SemiBold</vt:lpstr>
      <vt:lpstr>Arial</vt:lpstr>
      <vt:lpstr>Noto Sans</vt:lpstr>
      <vt:lpstr>Calibri</vt:lpstr>
      <vt:lpstr>Verdana</vt:lpstr>
      <vt:lpstr>Arial Narrow</vt:lpstr>
      <vt:lpstr>Noto Sans Symbols</vt:lpstr>
      <vt:lpstr>Conception personnalisée</vt:lpstr>
      <vt:lpstr>Pilotage Agile AG2R</vt:lpstr>
      <vt:lpstr>MAQUETTE support COPIL - slide 1</vt:lpstr>
      <vt:lpstr>MAQUETTE support COPIL - slide 2</vt:lpstr>
      <vt:lpstr>MAQUETTE support COPIL - slide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HUBE-LAURENT Estelle (BPCE-IT - NON REFERENCEE)</dc:creator>
  <cp:lastModifiedBy>Camus, Claude</cp:lastModifiedBy>
  <cp:revision>2</cp:revision>
  <dcterms:modified xsi:type="dcterms:W3CDTF">2026-06-04T12:53:47Z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0x0101009B429FF754AB974C8E15D9875A4AF84E</vt:lpwstr>
  </property>
  <property fmtid="{D5CDD505-2E9C-101B-9397-08002B2CF9AE}" pid="3" name="MSIP_Label_48a19f0c-bea1-442e-a475-ed109d9ec508_Enabled">
    <vt:lpwstr>true</vt:lpwstr>
  </property>
  <property fmtid="{D5CDD505-2E9C-101B-9397-08002B2CF9AE}" pid="4" name="MSIP_Label_48a19f0c-bea1-442e-a475-ed109d9ec508_SetDate">
    <vt:lpwstr>2023-01-30T16:00:26Z</vt:lpwstr>
  </property>
  <property fmtid="{D5CDD505-2E9C-101B-9397-08002B2CF9AE}" pid="5" name="MSIP_Label_48a19f0c-bea1-442e-a475-ed109d9ec508_Method">
    <vt:lpwstr>Standard</vt:lpwstr>
  </property>
  <property fmtid="{D5CDD505-2E9C-101B-9397-08002B2CF9AE}" pid="6" name="MSIP_Label_48a19f0c-bea1-442e-a475-ed109d9ec508_Name">
    <vt:lpwstr>48a19f0c-bea1-442e-a475-ed109d9ec508</vt:lpwstr>
  </property>
  <property fmtid="{D5CDD505-2E9C-101B-9397-08002B2CF9AE}" pid="7" name="MSIP_Label_48a19f0c-bea1-442e-a475-ed109d9ec508_SiteId">
    <vt:lpwstr>d5bb6d35-8a82-4329-b49a-5030bd6497ab</vt:lpwstr>
  </property>
  <property fmtid="{D5CDD505-2E9C-101B-9397-08002B2CF9AE}" pid="8" name="MSIP_Label_48a19f0c-bea1-442e-a475-ed109d9ec508_ActionId">
    <vt:lpwstr>d0ef2f85-f3a6-476b-a51d-604a3da2267b</vt:lpwstr>
  </property>
  <property fmtid="{D5CDD505-2E9C-101B-9397-08002B2CF9AE}" pid="9" name="MSIP_Label_48a19f0c-bea1-442e-a475-ed109d9ec508_ContentBits">
    <vt:lpwstr>0</vt:lpwstr>
  </property>
  <property fmtid="{D5CDD505-2E9C-101B-9397-08002B2CF9AE}" pid="10" name="MediaServiceImageTags">
    <vt:lpwstr/>
  </property>
</Properties>
</file>