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On-screen Show (16:9)</PresentationFormat>
  <Paragraphs>62</Paragraphs>
  <Slides>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9" baseType="lpstr">
      <vt:lpstr>Arial Black</vt:lpstr>
      <vt:lpstr>Cambria Math</vt:lpstr>
      <vt:lpstr>Courier New</vt:lpstr>
      <vt:lpstr>Helvetica Neue</vt:lpstr>
      <vt:lpstr>Century Gothic</vt:lpstr>
      <vt:lpstr>Merriweather Sans</vt:lpstr>
      <vt:lpstr>Cabin Condensed</vt:lpstr>
      <vt:lpstr>Montserrat SemiBold</vt:lpstr>
      <vt:lpstr>Arial</vt:lpstr>
      <vt:lpstr>Noto Sans</vt:lpstr>
      <vt:lpstr>Calibri</vt:lpstr>
      <vt:lpstr>Verdana</vt:lpstr>
      <vt:lpstr>Arial Narrow</vt:lpstr>
      <vt:lpstr>Noto Sans Symbols</vt:lpstr>
      <vt:lpstr>Conception personnalisée</vt:lpstr>
      <vt:lpstr>Pilotage Agile AG2R</vt:lpstr>
      <vt:lpstr>MAQUETTE support COPIL - slide 1</vt:lpstr>
      <vt:lpstr>MAQUETTE support COPIL - slide 2</vt:lpstr>
      <vt:lpstr>MAQUETTE support COPIL - slide 3</vt:lpstr>
    </vt:vector>
  </TitlesOfParts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HUBE-LAURENT Estelle (BPCE-IT - NON REFERENCEE)</dc:creator>
  <cp:lastModifiedBy>Camus, Claude</cp:lastModifiedBy>
  <cp:revision>2</cp:revision>
  <dcterms:modified xsi:type="dcterms:W3CDTF">2026-06-04T12:53:47Z</dcterms:modified>
</cp:coreProperties>
</file>

<file path=docProps\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0x0101009B429FF754AB974C8E15D9875A4AF84E</vt:lpwstr>
  </property>
  <property fmtid="{D5CDD505-2E9C-101B-9397-08002B2CF9AE}" pid="3" name="MSIP_Label_48a19f0c-bea1-442e-a475-ed109d9ec508_Enabled">
    <vt:lpwstr>true</vt:lpwstr>
  </property>
  <property fmtid="{D5CDD505-2E9C-101B-9397-08002B2CF9AE}" pid="4" name="MSIP_Label_48a19f0c-bea1-442e-a475-ed109d9ec508_SetDate">
    <vt:lpwstr>2023-01-30T16:00:26Z</vt:lpwstr>
  </property>
  <property fmtid="{D5CDD505-2E9C-101B-9397-08002B2CF9AE}" pid="5" name="MSIP_Label_48a19f0c-bea1-442e-a475-ed109d9ec508_Method">
    <vt:lpwstr>Standard</vt:lpwstr>
  </property>
  <property fmtid="{D5CDD505-2E9C-101B-9397-08002B2CF9AE}" pid="6" name="MSIP_Label_48a19f0c-bea1-442e-a475-ed109d9ec508_Name">
    <vt:lpwstr>48a19f0c-bea1-442e-a475-ed109d9ec508</vt:lpwstr>
  </property>
  <property fmtid="{D5CDD505-2E9C-101B-9397-08002B2CF9AE}" pid="7" name="MSIP_Label_48a19f0c-bea1-442e-a475-ed109d9ec508_SiteId">
    <vt:lpwstr>d5bb6d35-8a82-4329-b49a-5030bd6497ab</vt:lpwstr>
  </property>
  <property fmtid="{D5CDD505-2E9C-101B-9397-08002B2CF9AE}" pid="8" name="MSIP_Label_48a19f0c-bea1-442e-a475-ed109d9ec508_ActionId">
    <vt:lpwstr>d0ef2f85-f3a6-476b-a51d-604a3da2267b</vt:lpwstr>
  </property>
  <property fmtid="{D5CDD505-2E9C-101B-9397-08002B2CF9AE}" pid="9" name="MSIP_Label_48a19f0c-bea1-442e-a475-ed109d9ec508_ContentBits">
    <vt:lpwstr>0</vt:lpwstr>
  </property>
  <property fmtid="{D5CDD505-2E9C-101B-9397-08002B2CF9AE}" pid="10" name="MediaServiceImageTags">
    <vt:lpwstr/>
  </property>
</Properties>
</file>

<file path=ppt\_rels\presentation.xml.rels>&#65279;<?xml version="1.0" encoding="UTF-8" standalone="yes"?>
<Relationships xmlns="http://schemas.openxmlformats.org/package/2006/relationships"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font" Target="fonts/font20.fntdata"/><Relationship Id="rId21" Type="http://schemas.openxmlformats.org/officeDocument/2006/relationships/font" Target="fonts/font15.fntdata"/><Relationship Id="rId68" Type="http://schemas.openxmlformats.org/officeDocument/2006/relationships/theme" Target="theme/them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33" Type="http://schemas.openxmlformats.org/officeDocument/2006/relationships/font" Target="fonts/font27.fntdata"/><Relationship Id="rId67" Type="http://schemas.openxmlformats.org/officeDocument/2006/relationships/viewProps" Target="viewProps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32" Type="http://schemas.openxmlformats.org/officeDocument/2006/relationships/font" Target="fonts/font26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font" Target="fonts/font22.fntdata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31" Type="http://schemas.openxmlformats.org/officeDocument/2006/relationships/font" Target="fonts/font25.fntdata"/><Relationship Id="rId65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font" Target="fonts/font21.fntdata"/><Relationship Id="rId30" Type="http://schemas.openxmlformats.org/officeDocument/2006/relationships/font" Target="fonts/font24.fntdata"/><Relationship Id="rId69" Type="http://schemas.openxmlformats.org/officeDocument/2006/relationships/tableStyles" Target="tableStyles.xml"/><Relationship Id="rId8" Type="http://schemas.openxmlformats.org/officeDocument/2006/relationships/font" Target="fonts/font2.fntdata"/><Relationship Id="rId3" Type="http://schemas.openxmlformats.org/officeDocument/2006/relationships/slide" Target="slides/slide2.xml"/></Relationships>
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0c3afcc4d7_0_44918:notes"/>
          <p:cNvSpPr txBox="1">
            <a:spLocks noGrp="1"/>
          </p:cNvSpPr>
          <p:nvPr>
            <p:ph type="body" idx="1"/>
          </p:nvPr>
        </p:nvSpPr>
        <p:spPr>
          <a:xfrm>
            <a:off x="679780" y="4689516"/>
            <a:ext cx="5438100" cy="44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g20c3afcc4d7_0_44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3188" y="738188"/>
            <a:ext cx="6591300" cy="37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072d353d33_0_18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3" name="Google Shape;293;g3072d353d33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072d353d33_0_212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5" name="Google Shape;365;g3072d353d33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072d353d33_0_21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4" name="Google Shape;434;g3072d353d33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3"/>
    <p:sldId id="260" r:id="rId4"/>
    <p:sldId id="261" r:id="rId5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7"/>
      <p:bold r:id="rId8"/>
    </p:embeddedFont>
    <p:embeddedFont>
      <p:font typeface="Arial Narrow" panose="020B0606020202030204" pitchFamily="34" charset="0"/>
      <p:regular r:id="rId9"/>
      <p:bold r:id="rId10"/>
      <p:italic r:id="rId11"/>
      <p:boldItalic r:id="rId12"/>
    </p:embeddedFont>
    <p:embeddedFont>
      <p:font typeface="Cabin Condensed" panose="020B0604020202020204" charset="0"/>
      <p:regular r:id="rId13"/>
      <p:bold r:id="rId14"/>
    </p:embeddedFont>
    <p:embeddedFont>
      <p:font typeface="Cambria Math" panose="02040503050406030204" pitchFamily="18" charset="0"/>
      <p:regular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  <p:embeddedFont>
      <p:font typeface="Helvetica Neue" panose="020B0604020202020204" charset="0"/>
      <p:regular r:id="rId20"/>
      <p:bold r:id="rId21"/>
      <p:italic r:id="rId22"/>
      <p:boldItalic r:id="rId23"/>
    </p:embeddedFont>
    <p:embeddedFont>
      <p:font typeface="Merriweather Sans" pitchFamily="2" charset="0"/>
      <p:regular r:id="rId24"/>
    </p:embeddedFont>
    <p:embeddedFont>
      <p:font typeface="Montserrat SemiBold" panose="00000700000000000000" pitchFamily="2" charset="0"/>
      <p:regular r:id="rId25"/>
      <p:bold r:id="rId26"/>
      <p:italic r:id="rId27"/>
      <p:boldItalic r:id="rId28"/>
    </p:embeddedFont>
    <p:embeddedFont>
      <p:font typeface="Noto Sans" panose="020B0502040504020204" pitchFamily="34" charset="0"/>
      <p:regular r:id="rId29"/>
    </p:embeddedFont>
    <p:embeddedFont>
      <p:font typeface="Verdana" panose="020B060403050404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5" roundtripDataSignature="AMtx7mgQfszD5A94/ayrynOKyuxUTDS1fg=="/>
    </p:ext>
  </p:extLst>
</p:presentation>
</file>

<file path=ppt\slideLayouts\_rels\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\slideLayouts\_rels\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\slideLayouts\_rels\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Titre">
  <p:cSld name="3_Titr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g20c3afcc4d7_0_44955"/>
          <p:cNvPicPr preferRelativeResize="0"/>
          <p:nvPr/>
        </p:nvPicPr>
        <p:blipFill rotWithShape="1">
          <a:blip r:embed="rId2">
            <a:alphaModFix/>
          </a:blip>
          <a:srcRect l="25980" t="58090"/>
          <a:stretch/>
        </p:blipFill>
        <p:spPr>
          <a:xfrm>
            <a:off x="0" y="0"/>
            <a:ext cx="4520343" cy="181044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g20c3afcc4d7_0_44955"/>
          <p:cNvSpPr txBox="1">
            <a:spLocks noGrp="1"/>
          </p:cNvSpPr>
          <p:nvPr>
            <p:ph type="body" idx="1"/>
          </p:nvPr>
        </p:nvSpPr>
        <p:spPr>
          <a:xfrm>
            <a:off x="940499" y="3720191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g20c3afcc4d7_0_44955"/>
          <p:cNvSpPr txBox="1">
            <a:spLocks noGrp="1"/>
          </p:cNvSpPr>
          <p:nvPr>
            <p:ph type="ctrTitle"/>
          </p:nvPr>
        </p:nvSpPr>
        <p:spPr>
          <a:xfrm>
            <a:off x="940499" y="2053650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16" name="Google Shape;16;g20c3afcc4d7_0_44955"/>
          <p:cNvSpPr txBox="1">
            <a:spLocks noGrp="1"/>
          </p:cNvSpPr>
          <p:nvPr>
            <p:ph type="body" idx="2"/>
          </p:nvPr>
        </p:nvSpPr>
        <p:spPr>
          <a:xfrm>
            <a:off x="940499" y="3147814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g20c3afcc4d7_0_4495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3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20c3afcc4d7_0_4508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g20c3afcc4d7_0_45080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g20c3afcc4d7_0_45080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0c3afcc4d7_0_44950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g20c3afcc4d7_0_44950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g20c3afcc4d7_0_4495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g20c3afcc4d7_0_44950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ommaire">
  <p:cSld name="1_Sommaire 4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c3afcc4d7_0_44981"/>
          <p:cNvSpPr/>
          <p:nvPr/>
        </p:nvSpPr>
        <p:spPr>
          <a:xfrm>
            <a:off x="0" y="51470"/>
            <a:ext cx="1638900" cy="12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66" name="Google Shape;66;g20c3afcc4d7_0_44981"/>
          <p:cNvGrpSpPr/>
          <p:nvPr/>
        </p:nvGrpSpPr>
        <p:grpSpPr>
          <a:xfrm>
            <a:off x="0" y="0"/>
            <a:ext cx="4484971" cy="1810443"/>
            <a:chOff x="0" y="0"/>
            <a:chExt cx="4484971" cy="1810443"/>
          </a:xfrm>
        </p:grpSpPr>
        <p:sp>
          <p:nvSpPr>
            <p:cNvPr id="67" name="Google Shape;67;g20c3afcc4d7_0_44981"/>
            <p:cNvSpPr/>
            <p:nvPr/>
          </p:nvSpPr>
          <p:spPr>
            <a:xfrm>
              <a:off x="1602349" y="60108"/>
              <a:ext cx="925218" cy="821577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8" name="Google Shape;68;g20c3afcc4d7_0_44981"/>
            <p:cNvSpPr/>
            <p:nvPr/>
          </p:nvSpPr>
          <p:spPr>
            <a:xfrm>
              <a:off x="214337" y="0"/>
              <a:ext cx="4270634" cy="1810442"/>
            </a:xfrm>
            <a:custGeom>
              <a:avLst/>
              <a:gdLst/>
              <a:ahLst/>
              <a:cxnLst/>
              <a:rect l="l" t="t" r="r" b="b"/>
              <a:pathLst>
                <a:path w="4270634" h="1810442" extrusionOk="0">
                  <a:moveTo>
                    <a:pt x="0" y="0"/>
                  </a:moveTo>
                  <a:lnTo>
                    <a:pt x="756829" y="0"/>
                  </a:lnTo>
                  <a:lnTo>
                    <a:pt x="770052" y="52577"/>
                  </a:lnTo>
                  <a:cubicBezTo>
                    <a:pt x="949731" y="643453"/>
                    <a:pt x="1490362" y="1081139"/>
                    <a:pt x="2146209" y="1081139"/>
                  </a:cubicBezTo>
                  <a:cubicBezTo>
                    <a:pt x="2784331" y="1081139"/>
                    <a:pt x="3321638" y="643453"/>
                    <a:pt x="3500694" y="52577"/>
                  </a:cubicBezTo>
                  <a:lnTo>
                    <a:pt x="3513879" y="0"/>
                  </a:lnTo>
                  <a:lnTo>
                    <a:pt x="4270634" y="0"/>
                  </a:lnTo>
                  <a:lnTo>
                    <a:pt x="4261521" y="59181"/>
                  </a:lnTo>
                  <a:cubicBezTo>
                    <a:pt x="4057506" y="1049024"/>
                    <a:pt x="3177021" y="1810442"/>
                    <a:pt x="2146209" y="1810442"/>
                  </a:cubicBezTo>
                  <a:cubicBezTo>
                    <a:pt x="1096308" y="1810442"/>
                    <a:pt x="213437" y="1049024"/>
                    <a:pt x="9124" y="5918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9" name="Google Shape;69;g20c3afcc4d7_0_44981"/>
            <p:cNvSpPr/>
            <p:nvPr/>
          </p:nvSpPr>
          <p:spPr>
            <a:xfrm>
              <a:off x="0" y="962234"/>
              <a:ext cx="1203597" cy="848209"/>
            </a:xfrm>
            <a:custGeom>
              <a:avLst/>
              <a:gdLst/>
              <a:ahLst/>
              <a:cxnLst/>
              <a:rect l="l" t="t" r="r" b="b"/>
              <a:pathLst>
                <a:path w="1203597" h="848209" extrusionOk="0">
                  <a:moveTo>
                    <a:pt x="0" y="0"/>
                  </a:moveTo>
                  <a:lnTo>
                    <a:pt x="45384" y="22001"/>
                  </a:lnTo>
                  <a:cubicBezTo>
                    <a:pt x="183532" y="76330"/>
                    <a:pt x="331783" y="109928"/>
                    <a:pt x="486312" y="118906"/>
                  </a:cubicBezTo>
                  <a:cubicBezTo>
                    <a:pt x="681935" y="362007"/>
                    <a:pt x="921030" y="583008"/>
                    <a:pt x="1203597" y="737709"/>
                  </a:cubicBezTo>
                  <a:cubicBezTo>
                    <a:pt x="986238" y="804009"/>
                    <a:pt x="768879" y="848209"/>
                    <a:pt x="551520" y="848209"/>
                  </a:cubicBezTo>
                  <a:cubicBezTo>
                    <a:pt x="420765" y="848209"/>
                    <a:pt x="292870" y="836312"/>
                    <a:pt x="168774" y="813559"/>
                  </a:cubicBezTo>
                  <a:lnTo>
                    <a:pt x="0" y="774730"/>
                  </a:ln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70" name="Google Shape;70;g20c3afcc4d7_0_44981"/>
          <p:cNvSpPr txBox="1">
            <a:spLocks noGrp="1"/>
          </p:cNvSpPr>
          <p:nvPr>
            <p:ph type="body" idx="1"/>
          </p:nvPr>
        </p:nvSpPr>
        <p:spPr>
          <a:xfrm>
            <a:off x="1249770" y="61657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g20c3afcc4d7_0_44981"/>
          <p:cNvSpPr txBox="1">
            <a:spLocks noGrp="1"/>
          </p:cNvSpPr>
          <p:nvPr>
            <p:ph type="body" idx="2"/>
          </p:nvPr>
        </p:nvSpPr>
        <p:spPr>
          <a:xfrm>
            <a:off x="1249770" y="131708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g20c3afcc4d7_0_44981"/>
          <p:cNvSpPr txBox="1">
            <a:spLocks noGrp="1"/>
          </p:cNvSpPr>
          <p:nvPr>
            <p:ph type="body" idx="3"/>
          </p:nvPr>
        </p:nvSpPr>
        <p:spPr>
          <a:xfrm>
            <a:off x="1249770" y="201758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g20c3afcc4d7_0_44981"/>
          <p:cNvSpPr txBox="1">
            <a:spLocks noGrp="1"/>
          </p:cNvSpPr>
          <p:nvPr>
            <p:ph type="body" idx="4"/>
          </p:nvPr>
        </p:nvSpPr>
        <p:spPr>
          <a:xfrm>
            <a:off x="1249770" y="271809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g20c3afcc4d7_0_44981"/>
          <p:cNvSpPr txBox="1">
            <a:spLocks noGrp="1"/>
          </p:cNvSpPr>
          <p:nvPr>
            <p:ph type="body" idx="5"/>
          </p:nvPr>
        </p:nvSpPr>
        <p:spPr>
          <a:xfrm>
            <a:off x="1249770" y="341859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g20c3afcc4d7_0_44981"/>
          <p:cNvSpPr txBox="1">
            <a:spLocks noGrp="1"/>
          </p:cNvSpPr>
          <p:nvPr>
            <p:ph type="body" idx="6"/>
          </p:nvPr>
        </p:nvSpPr>
        <p:spPr>
          <a:xfrm>
            <a:off x="1249770" y="4119099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g20c3afcc4d7_0_44981"/>
          <p:cNvSpPr txBox="1">
            <a:spLocks noGrp="1"/>
          </p:cNvSpPr>
          <p:nvPr>
            <p:ph type="body" idx="7"/>
          </p:nvPr>
        </p:nvSpPr>
        <p:spPr>
          <a:xfrm>
            <a:off x="539552" y="61650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g20c3afcc4d7_0_44981"/>
          <p:cNvSpPr txBox="1">
            <a:spLocks noGrp="1"/>
          </p:cNvSpPr>
          <p:nvPr>
            <p:ph type="body" idx="8"/>
          </p:nvPr>
        </p:nvSpPr>
        <p:spPr>
          <a:xfrm>
            <a:off x="539552" y="131700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l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g20c3afcc4d7_0_44981"/>
          <p:cNvSpPr txBox="1">
            <a:spLocks noGrp="1"/>
          </p:cNvSpPr>
          <p:nvPr>
            <p:ph type="body" idx="9"/>
          </p:nvPr>
        </p:nvSpPr>
        <p:spPr>
          <a:xfrm>
            <a:off x="539552" y="201751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g20c3afcc4d7_0_44981"/>
          <p:cNvSpPr txBox="1">
            <a:spLocks noGrp="1"/>
          </p:cNvSpPr>
          <p:nvPr>
            <p:ph type="body" idx="13"/>
          </p:nvPr>
        </p:nvSpPr>
        <p:spPr>
          <a:xfrm>
            <a:off x="539552" y="271801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3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g20c3afcc4d7_0_44981"/>
          <p:cNvSpPr txBox="1">
            <a:spLocks noGrp="1"/>
          </p:cNvSpPr>
          <p:nvPr>
            <p:ph type="body" idx="14"/>
          </p:nvPr>
        </p:nvSpPr>
        <p:spPr>
          <a:xfrm>
            <a:off x="539552" y="341852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4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g20c3afcc4d7_0_44981"/>
          <p:cNvSpPr txBox="1">
            <a:spLocks noGrp="1"/>
          </p:cNvSpPr>
          <p:nvPr>
            <p:ph type="body" idx="15"/>
          </p:nvPr>
        </p:nvSpPr>
        <p:spPr>
          <a:xfrm>
            <a:off x="539552" y="4119028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re 1">
  <p:cSld name="1_Titre 2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g20c3afcc4d7_0_45024"/>
          <p:cNvPicPr preferRelativeResize="0"/>
          <p:nvPr/>
        </p:nvPicPr>
        <p:blipFill rotWithShape="1">
          <a:blip r:embed="rId2">
            <a:alphaModFix/>
          </a:blip>
          <a:srcRect r="16359" b="16631"/>
          <a:stretch/>
        </p:blipFill>
        <p:spPr>
          <a:xfrm>
            <a:off x="4498128" y="1877775"/>
            <a:ext cx="4645872" cy="326572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pic>
      <p:sp>
        <p:nvSpPr>
          <p:cNvPr id="84" name="Google Shape;84;g20c3afcc4d7_0_45024"/>
          <p:cNvSpPr txBox="1">
            <a:spLocks noGrp="1"/>
          </p:cNvSpPr>
          <p:nvPr>
            <p:ph type="ctrTitle"/>
          </p:nvPr>
        </p:nvSpPr>
        <p:spPr>
          <a:xfrm>
            <a:off x="1221112" y="1779662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85" name="Google Shape;85;g20c3afcc4d7_0_45024"/>
          <p:cNvSpPr txBox="1">
            <a:spLocks noGrp="1"/>
          </p:cNvSpPr>
          <p:nvPr>
            <p:ph type="body" idx="1"/>
          </p:nvPr>
        </p:nvSpPr>
        <p:spPr>
          <a:xfrm>
            <a:off x="1221112" y="2979616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g20c3afcc4d7_0_45024"/>
          <p:cNvSpPr txBox="1">
            <a:spLocks noGrp="1"/>
          </p:cNvSpPr>
          <p:nvPr>
            <p:ph type="body" idx="2"/>
          </p:nvPr>
        </p:nvSpPr>
        <p:spPr>
          <a:xfrm>
            <a:off x="488234" y="4670222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g20c3afcc4d7_0_45024"/>
          <p:cNvSpPr/>
          <p:nvPr/>
        </p:nvSpPr>
        <p:spPr>
          <a:xfrm>
            <a:off x="345323" y="4703468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88" name="Google Shape;88;g20c3afcc4d7_0_450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3760" y="4595587"/>
            <a:ext cx="1725231" cy="28776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9" name="Google Shape;89;g20c3afcc4d7_0_45024"/>
          <p:cNvGrpSpPr/>
          <p:nvPr/>
        </p:nvGrpSpPr>
        <p:grpSpPr>
          <a:xfrm>
            <a:off x="288928" y="438164"/>
            <a:ext cx="3420016" cy="369646"/>
            <a:chOff x="288926" y="438151"/>
            <a:chExt cx="4284661" cy="444500"/>
          </a:xfrm>
        </p:grpSpPr>
        <p:sp>
          <p:nvSpPr>
            <p:cNvPr id="90" name="Google Shape;90;g20c3afcc4d7_0_45024"/>
            <p:cNvSpPr/>
            <p:nvPr/>
          </p:nvSpPr>
          <p:spPr>
            <a:xfrm>
              <a:off x="1450975" y="541338"/>
              <a:ext cx="377825" cy="282575"/>
            </a:xfrm>
            <a:custGeom>
              <a:avLst/>
              <a:gdLst/>
              <a:ahLst/>
              <a:cxnLst/>
              <a:rect l="l" t="t" r="r" b="b"/>
              <a:pathLst>
                <a:path w="194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8" y="13"/>
                    <a:pt x="144" y="13"/>
                  </a:cubicBezTo>
                  <a:cubicBezTo>
                    <a:pt x="121" y="13"/>
                    <a:pt x="104" y="29"/>
                    <a:pt x="104" y="60"/>
                  </a:cubicBezTo>
                  <a:cubicBezTo>
                    <a:pt x="104" y="144"/>
                    <a:pt x="104" y="144"/>
                    <a:pt x="104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6" y="13"/>
                    <a:pt x="53" y="13"/>
                  </a:cubicBezTo>
                  <a:cubicBezTo>
                    <a:pt x="32" y="13"/>
                    <a:pt x="14" y="31"/>
                    <a:pt x="14" y="59"/>
                  </a:cubicBezTo>
                  <a:cubicBezTo>
                    <a:pt x="14" y="144"/>
                    <a:pt x="14" y="144"/>
                    <a:pt x="14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9" y="13"/>
                    <a:pt x="35" y="0"/>
                    <a:pt x="55" y="0"/>
                  </a:cubicBezTo>
                  <a:cubicBezTo>
                    <a:pt x="77" y="0"/>
                    <a:pt x="93" y="12"/>
                    <a:pt x="99" y="28"/>
                  </a:cubicBezTo>
                  <a:cubicBezTo>
                    <a:pt x="107" y="10"/>
                    <a:pt x="125" y="0"/>
                    <a:pt x="145" y="0"/>
                  </a:cubicBezTo>
                  <a:cubicBezTo>
                    <a:pt x="176" y="0"/>
                    <a:pt x="194" y="23"/>
                    <a:pt x="194" y="54"/>
                  </a:cubicBezTo>
                  <a:cubicBezTo>
                    <a:pt x="194" y="144"/>
                    <a:pt x="194" y="144"/>
                    <a:pt x="194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1" name="Google Shape;91;g20c3afcc4d7_0_45024"/>
            <p:cNvSpPr/>
            <p:nvPr/>
          </p:nvSpPr>
          <p:spPr>
            <a:xfrm>
              <a:off x="1889125" y="541338"/>
              <a:ext cx="374650" cy="282575"/>
            </a:xfrm>
            <a:custGeom>
              <a:avLst/>
              <a:gdLst/>
              <a:ahLst/>
              <a:cxnLst/>
              <a:rect l="l" t="t" r="r" b="b"/>
              <a:pathLst>
                <a:path w="193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7" y="13"/>
                    <a:pt x="143" y="13"/>
                  </a:cubicBezTo>
                  <a:cubicBezTo>
                    <a:pt x="121" y="13"/>
                    <a:pt x="103" y="29"/>
                    <a:pt x="103" y="60"/>
                  </a:cubicBezTo>
                  <a:cubicBezTo>
                    <a:pt x="103" y="144"/>
                    <a:pt x="103" y="144"/>
                    <a:pt x="103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5" y="13"/>
                    <a:pt x="53" y="13"/>
                  </a:cubicBezTo>
                  <a:cubicBezTo>
                    <a:pt x="31" y="13"/>
                    <a:pt x="13" y="31"/>
                    <a:pt x="13" y="59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9" y="13"/>
                    <a:pt x="35" y="0"/>
                    <a:pt x="54" y="0"/>
                  </a:cubicBezTo>
                  <a:cubicBezTo>
                    <a:pt x="77" y="0"/>
                    <a:pt x="92" y="12"/>
                    <a:pt x="98" y="28"/>
                  </a:cubicBezTo>
                  <a:cubicBezTo>
                    <a:pt x="107" y="10"/>
                    <a:pt x="124" y="0"/>
                    <a:pt x="145" y="0"/>
                  </a:cubicBezTo>
                  <a:cubicBezTo>
                    <a:pt x="176" y="0"/>
                    <a:pt x="193" y="23"/>
                    <a:pt x="193" y="54"/>
                  </a:cubicBezTo>
                  <a:cubicBezTo>
                    <a:pt x="193" y="144"/>
                    <a:pt x="193" y="144"/>
                    <a:pt x="193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2" name="Google Shape;92;g20c3afcc4d7_0_45024"/>
            <p:cNvSpPr/>
            <p:nvPr/>
          </p:nvSpPr>
          <p:spPr>
            <a:xfrm>
              <a:off x="2320925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90"/>
                    <a:pt x="13" y="90"/>
                    <a:pt x="13" y="90"/>
                  </a:cubicBezTo>
                  <a:cubicBezTo>
                    <a:pt x="13" y="115"/>
                    <a:pt x="29" y="131"/>
                    <a:pt x="51" y="131"/>
                  </a:cubicBezTo>
                  <a:cubicBezTo>
                    <a:pt x="76" y="131"/>
                    <a:pt x="93" y="113"/>
                    <a:pt x="93" y="85"/>
                  </a:cubicBezTo>
                  <a:cubicBezTo>
                    <a:pt x="93" y="0"/>
                    <a:pt x="93" y="0"/>
                    <a:pt x="93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3" y="140"/>
                    <a:pt x="93" y="140"/>
                    <a:pt x="93" y="140"/>
                  </a:cubicBezTo>
                  <a:cubicBezTo>
                    <a:pt x="93" y="118"/>
                    <a:pt x="93" y="118"/>
                    <a:pt x="93" y="118"/>
                  </a:cubicBezTo>
                  <a:cubicBezTo>
                    <a:pt x="86" y="132"/>
                    <a:pt x="69" y="143"/>
                    <a:pt x="49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3" name="Google Shape;93;g20c3afcc4d7_0_45024"/>
            <p:cNvSpPr/>
            <p:nvPr/>
          </p:nvSpPr>
          <p:spPr>
            <a:xfrm>
              <a:off x="2589213" y="541338"/>
              <a:ext cx="206375" cy="282575"/>
            </a:xfrm>
            <a:custGeom>
              <a:avLst/>
              <a:gdLst/>
              <a:ahLst/>
              <a:cxnLst/>
              <a:rect l="l" t="t" r="r" b="b"/>
              <a:pathLst>
                <a:path w="106" h="144" extrusionOk="0">
                  <a:moveTo>
                    <a:pt x="106" y="53"/>
                  </a:moveTo>
                  <a:cubicBezTo>
                    <a:pt x="106" y="144"/>
                    <a:pt x="106" y="144"/>
                    <a:pt x="106" y="144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93" y="54"/>
                    <a:pt x="93" y="54"/>
                    <a:pt x="93" y="54"/>
                  </a:cubicBezTo>
                  <a:cubicBezTo>
                    <a:pt x="93" y="28"/>
                    <a:pt x="77" y="13"/>
                    <a:pt x="55" y="13"/>
                  </a:cubicBezTo>
                  <a:cubicBezTo>
                    <a:pt x="30" y="13"/>
                    <a:pt x="13" y="31"/>
                    <a:pt x="13" y="58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20" y="12"/>
                    <a:pt x="37" y="0"/>
                    <a:pt x="57" y="0"/>
                  </a:cubicBezTo>
                  <a:cubicBezTo>
                    <a:pt x="85" y="0"/>
                    <a:pt x="106" y="20"/>
                    <a:pt x="106" y="53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4" name="Google Shape;94;g20c3afcc4d7_0_45024"/>
            <p:cNvSpPr/>
            <p:nvPr/>
          </p:nvSpPr>
          <p:spPr>
            <a:xfrm>
              <a:off x="283845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3" y="55"/>
                  </a:moveTo>
                  <a:cubicBezTo>
                    <a:pt x="72" y="55"/>
                    <a:pt x="87" y="63"/>
                    <a:pt x="93" y="7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14" y="10"/>
                    <a:pt x="32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3" y="131"/>
                    <a:pt x="93" y="131"/>
                    <a:pt x="93" y="131"/>
                  </a:cubicBezTo>
                  <a:cubicBezTo>
                    <a:pt x="86" y="139"/>
                    <a:pt x="73" y="147"/>
                    <a:pt x="53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2" y="55"/>
                    <a:pt x="53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8" y="68"/>
                    <a:pt x="54" y="68"/>
                  </a:cubicBezTo>
                  <a:cubicBezTo>
                    <a:pt x="29" y="68"/>
                    <a:pt x="13" y="82"/>
                    <a:pt x="13" y="101"/>
                  </a:cubicBezTo>
                  <a:cubicBezTo>
                    <a:pt x="13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5" name="Google Shape;95;g20c3afcc4d7_0_45024"/>
            <p:cNvSpPr/>
            <p:nvPr/>
          </p:nvSpPr>
          <p:spPr>
            <a:xfrm>
              <a:off x="3100388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90"/>
                    <a:pt x="14" y="90"/>
                    <a:pt x="14" y="90"/>
                  </a:cubicBezTo>
                  <a:cubicBezTo>
                    <a:pt x="14" y="115"/>
                    <a:pt x="30" y="131"/>
                    <a:pt x="52" y="131"/>
                  </a:cubicBezTo>
                  <a:cubicBezTo>
                    <a:pt x="76" y="131"/>
                    <a:pt x="94" y="113"/>
                    <a:pt x="94" y="85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4" y="140"/>
                    <a:pt x="94" y="140"/>
                    <a:pt x="94" y="140"/>
                  </a:cubicBezTo>
                  <a:cubicBezTo>
                    <a:pt x="94" y="118"/>
                    <a:pt x="94" y="118"/>
                    <a:pt x="94" y="118"/>
                  </a:cubicBezTo>
                  <a:cubicBezTo>
                    <a:pt x="87" y="132"/>
                    <a:pt x="70" y="143"/>
                    <a:pt x="50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6" name="Google Shape;96;g20c3afcc4d7_0_45024"/>
            <p:cNvSpPr/>
            <p:nvPr/>
          </p:nvSpPr>
          <p:spPr>
            <a:xfrm>
              <a:off x="3336925" y="492126"/>
              <a:ext cx="127000" cy="333375"/>
            </a:xfrm>
            <a:custGeom>
              <a:avLst/>
              <a:gdLst/>
              <a:ahLst/>
              <a:cxnLst/>
              <a:rect l="l" t="t" r="r" b="b"/>
              <a:pathLst>
                <a:path w="65" h="170" extrusionOk="0">
                  <a:moveTo>
                    <a:pt x="30" y="0"/>
                  </a:moveTo>
                  <a:cubicBezTo>
                    <a:pt x="30" y="29"/>
                    <a:pt x="30" y="29"/>
                    <a:pt x="30" y="29"/>
                  </a:cubicBezTo>
                  <a:cubicBezTo>
                    <a:pt x="63" y="29"/>
                    <a:pt x="63" y="29"/>
                    <a:pt x="63" y="29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30" y="41"/>
                    <a:pt x="30" y="41"/>
                    <a:pt x="30" y="41"/>
                  </a:cubicBezTo>
                  <a:cubicBezTo>
                    <a:pt x="30" y="120"/>
                    <a:pt x="30" y="120"/>
                    <a:pt x="30" y="120"/>
                  </a:cubicBezTo>
                  <a:cubicBezTo>
                    <a:pt x="30" y="150"/>
                    <a:pt x="37" y="158"/>
                    <a:pt x="58" y="158"/>
                  </a:cubicBezTo>
                  <a:cubicBezTo>
                    <a:pt x="61" y="158"/>
                    <a:pt x="65" y="158"/>
                    <a:pt x="65" y="158"/>
                  </a:cubicBezTo>
                  <a:cubicBezTo>
                    <a:pt x="65" y="170"/>
                    <a:pt x="65" y="170"/>
                    <a:pt x="65" y="170"/>
                  </a:cubicBezTo>
                  <a:cubicBezTo>
                    <a:pt x="65" y="170"/>
                    <a:pt x="58" y="170"/>
                    <a:pt x="53" y="170"/>
                  </a:cubicBezTo>
                  <a:cubicBezTo>
                    <a:pt x="31" y="170"/>
                    <a:pt x="17" y="157"/>
                    <a:pt x="17" y="128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0"/>
                    <a:pt x="17" y="0"/>
                    <a:pt x="17" y="0"/>
                  </a:cubicBezTo>
                  <a:lnTo>
                    <a:pt x="30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7" name="Google Shape;97;g20c3afcc4d7_0_45024"/>
            <p:cNvSpPr/>
            <p:nvPr/>
          </p:nvSpPr>
          <p:spPr>
            <a:xfrm>
              <a:off x="3478213" y="438151"/>
              <a:ext cx="258762" cy="390525"/>
            </a:xfrm>
            <a:custGeom>
              <a:avLst/>
              <a:gdLst/>
              <a:ahLst/>
              <a:cxnLst/>
              <a:rect l="l" t="t" r="r" b="b"/>
              <a:pathLst>
                <a:path w="133" h="199" extrusionOk="0">
                  <a:moveTo>
                    <a:pt x="67" y="52"/>
                  </a:moveTo>
                  <a:cubicBezTo>
                    <a:pt x="107" y="52"/>
                    <a:pt x="133" y="82"/>
                    <a:pt x="133" y="122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4" y="128"/>
                    <a:pt x="14" y="128"/>
                    <a:pt x="14" y="128"/>
                  </a:cubicBezTo>
                  <a:cubicBezTo>
                    <a:pt x="14" y="165"/>
                    <a:pt x="37" y="187"/>
                    <a:pt x="71" y="187"/>
                  </a:cubicBezTo>
                  <a:cubicBezTo>
                    <a:pt x="97" y="187"/>
                    <a:pt x="111" y="174"/>
                    <a:pt x="119" y="163"/>
                  </a:cubicBezTo>
                  <a:cubicBezTo>
                    <a:pt x="128" y="169"/>
                    <a:pt x="128" y="169"/>
                    <a:pt x="128" y="169"/>
                  </a:cubicBezTo>
                  <a:cubicBezTo>
                    <a:pt x="119" y="184"/>
                    <a:pt x="101" y="199"/>
                    <a:pt x="71" y="199"/>
                  </a:cubicBezTo>
                  <a:cubicBezTo>
                    <a:pt x="29" y="199"/>
                    <a:pt x="0" y="170"/>
                    <a:pt x="0" y="126"/>
                  </a:cubicBezTo>
                  <a:cubicBezTo>
                    <a:pt x="0" y="80"/>
                    <a:pt x="31" y="52"/>
                    <a:pt x="67" y="52"/>
                  </a:cubicBezTo>
                  <a:close/>
                  <a:moveTo>
                    <a:pt x="67" y="65"/>
                  </a:moveTo>
                  <a:cubicBezTo>
                    <a:pt x="41" y="65"/>
                    <a:pt x="17" y="82"/>
                    <a:pt x="14" y="116"/>
                  </a:cubicBezTo>
                  <a:cubicBezTo>
                    <a:pt x="119" y="116"/>
                    <a:pt x="119" y="116"/>
                    <a:pt x="119" y="116"/>
                  </a:cubicBezTo>
                  <a:cubicBezTo>
                    <a:pt x="117" y="81"/>
                    <a:pt x="93" y="65"/>
                    <a:pt x="67" y="65"/>
                  </a:cubicBezTo>
                  <a:close/>
                  <a:moveTo>
                    <a:pt x="92" y="0"/>
                  </a:moveTo>
                  <a:cubicBezTo>
                    <a:pt x="69" y="38"/>
                    <a:pt x="69" y="38"/>
                    <a:pt x="69" y="38"/>
                  </a:cubicBezTo>
                  <a:cubicBezTo>
                    <a:pt x="56" y="38"/>
                    <a:pt x="56" y="38"/>
                    <a:pt x="56" y="38"/>
                  </a:cubicBezTo>
                  <a:cubicBezTo>
                    <a:pt x="76" y="0"/>
                    <a:pt x="76" y="0"/>
                    <a:pt x="76" y="0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8" name="Google Shape;98;g20c3afcc4d7_0_45024"/>
            <p:cNvSpPr/>
            <p:nvPr/>
          </p:nvSpPr>
          <p:spPr>
            <a:xfrm>
              <a:off x="3765550" y="541338"/>
              <a:ext cx="188912" cy="282575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45" y="0"/>
                  </a:moveTo>
                  <a:cubicBezTo>
                    <a:pt x="74" y="0"/>
                    <a:pt x="92" y="15"/>
                    <a:pt x="92" y="38"/>
                  </a:cubicBezTo>
                  <a:cubicBezTo>
                    <a:pt x="92" y="51"/>
                    <a:pt x="86" y="63"/>
                    <a:pt x="75" y="69"/>
                  </a:cubicBezTo>
                  <a:cubicBezTo>
                    <a:pt x="89" y="75"/>
                    <a:pt x="97" y="87"/>
                    <a:pt x="97" y="102"/>
                  </a:cubicBezTo>
                  <a:cubicBezTo>
                    <a:pt x="97" y="130"/>
                    <a:pt x="74" y="144"/>
                    <a:pt x="48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5" y="0"/>
                  </a:lnTo>
                  <a:close/>
                  <a:moveTo>
                    <a:pt x="63" y="42"/>
                  </a:moveTo>
                  <a:cubicBezTo>
                    <a:pt x="63" y="32"/>
                    <a:pt x="56" y="25"/>
                    <a:pt x="45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55" y="58"/>
                    <a:pt x="63" y="52"/>
                    <a:pt x="63" y="42"/>
                  </a:cubicBezTo>
                  <a:close/>
                  <a:moveTo>
                    <a:pt x="67" y="100"/>
                  </a:moveTo>
                  <a:cubicBezTo>
                    <a:pt x="67" y="88"/>
                    <a:pt x="58" y="82"/>
                    <a:pt x="46" y="82"/>
                  </a:cubicBezTo>
                  <a:cubicBezTo>
                    <a:pt x="29" y="82"/>
                    <a:pt x="29" y="82"/>
                    <a:pt x="29" y="82"/>
                  </a:cubicBezTo>
                  <a:cubicBezTo>
                    <a:pt x="29" y="119"/>
                    <a:pt x="29" y="119"/>
                    <a:pt x="29" y="119"/>
                  </a:cubicBezTo>
                  <a:cubicBezTo>
                    <a:pt x="46" y="119"/>
                    <a:pt x="46" y="119"/>
                    <a:pt x="46" y="119"/>
                  </a:cubicBezTo>
                  <a:cubicBezTo>
                    <a:pt x="58" y="119"/>
                    <a:pt x="67" y="112"/>
                    <a:pt x="67" y="10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9" name="Google Shape;99;g20c3afcc4d7_0_45024"/>
            <p:cNvSpPr/>
            <p:nvPr/>
          </p:nvSpPr>
          <p:spPr>
            <a:xfrm>
              <a:off x="3981450" y="541338"/>
              <a:ext cx="180975" cy="282575"/>
            </a:xfrm>
            <a:custGeom>
              <a:avLst/>
              <a:gdLst/>
              <a:ahLst/>
              <a:cxnLst/>
              <a:rect l="l" t="t" r="r" b="b"/>
              <a:pathLst>
                <a:path w="93" h="144" extrusionOk="0">
                  <a:moveTo>
                    <a:pt x="46" y="0"/>
                  </a:moveTo>
                  <a:cubicBezTo>
                    <a:pt x="74" y="0"/>
                    <a:pt x="93" y="18"/>
                    <a:pt x="93" y="45"/>
                  </a:cubicBezTo>
                  <a:cubicBezTo>
                    <a:pt x="93" y="72"/>
                    <a:pt x="73" y="90"/>
                    <a:pt x="46" y="90"/>
                  </a:cubicBezTo>
                  <a:cubicBezTo>
                    <a:pt x="29" y="90"/>
                    <a:pt x="29" y="90"/>
                    <a:pt x="29" y="90"/>
                  </a:cubicBezTo>
                  <a:cubicBezTo>
                    <a:pt x="29" y="144"/>
                    <a:pt x="29" y="144"/>
                    <a:pt x="29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6" y="0"/>
                  </a:lnTo>
                  <a:close/>
                  <a:moveTo>
                    <a:pt x="63" y="45"/>
                  </a:moveTo>
                  <a:cubicBezTo>
                    <a:pt x="63" y="33"/>
                    <a:pt x="54" y="25"/>
                    <a:pt x="42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65"/>
                    <a:pt x="29" y="65"/>
                    <a:pt x="29" y="65"/>
                  </a:cubicBezTo>
                  <a:cubicBezTo>
                    <a:pt x="42" y="65"/>
                    <a:pt x="42" y="65"/>
                    <a:pt x="42" y="65"/>
                  </a:cubicBezTo>
                  <a:cubicBezTo>
                    <a:pt x="54" y="65"/>
                    <a:pt x="63" y="57"/>
                    <a:pt x="63" y="45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0" name="Google Shape;100;g20c3afcc4d7_0_45024"/>
            <p:cNvSpPr/>
            <p:nvPr/>
          </p:nvSpPr>
          <p:spPr>
            <a:xfrm>
              <a:off x="4170363" y="536576"/>
              <a:ext cx="230187" cy="290513"/>
            </a:xfrm>
            <a:custGeom>
              <a:avLst/>
              <a:gdLst/>
              <a:ahLst/>
              <a:cxnLst/>
              <a:rect l="l" t="t" r="r" b="b"/>
              <a:pathLst>
                <a:path w="119" h="148" extrusionOk="0">
                  <a:moveTo>
                    <a:pt x="0" y="74"/>
                  </a:moveTo>
                  <a:cubicBezTo>
                    <a:pt x="0" y="32"/>
                    <a:pt x="32" y="0"/>
                    <a:pt x="75" y="0"/>
                  </a:cubicBezTo>
                  <a:cubicBezTo>
                    <a:pt x="94" y="0"/>
                    <a:pt x="108" y="6"/>
                    <a:pt x="117" y="13"/>
                  </a:cubicBezTo>
                  <a:cubicBezTo>
                    <a:pt x="109" y="38"/>
                    <a:pt x="109" y="38"/>
                    <a:pt x="109" y="38"/>
                  </a:cubicBezTo>
                  <a:cubicBezTo>
                    <a:pt x="102" y="33"/>
                    <a:pt x="89" y="27"/>
                    <a:pt x="75" y="27"/>
                  </a:cubicBezTo>
                  <a:cubicBezTo>
                    <a:pt x="49" y="27"/>
                    <a:pt x="30" y="47"/>
                    <a:pt x="30" y="74"/>
                  </a:cubicBezTo>
                  <a:cubicBezTo>
                    <a:pt x="30" y="102"/>
                    <a:pt x="49" y="121"/>
                    <a:pt x="75" y="121"/>
                  </a:cubicBezTo>
                  <a:cubicBezTo>
                    <a:pt x="90" y="121"/>
                    <a:pt x="104" y="114"/>
                    <a:pt x="110" y="110"/>
                  </a:cubicBezTo>
                  <a:cubicBezTo>
                    <a:pt x="119" y="135"/>
                    <a:pt x="119" y="135"/>
                    <a:pt x="119" y="135"/>
                  </a:cubicBezTo>
                  <a:cubicBezTo>
                    <a:pt x="110" y="141"/>
                    <a:pt x="96" y="148"/>
                    <a:pt x="75" y="148"/>
                  </a:cubicBezTo>
                  <a:cubicBezTo>
                    <a:pt x="30" y="148"/>
                    <a:pt x="0" y="116"/>
                    <a:pt x="0" y="74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1" name="Google Shape;101;g20c3afcc4d7_0_45024"/>
            <p:cNvSpPr/>
            <p:nvPr/>
          </p:nvSpPr>
          <p:spPr>
            <a:xfrm>
              <a:off x="4425950" y="541338"/>
              <a:ext cx="147637" cy="282575"/>
            </a:xfrm>
            <a:custGeom>
              <a:avLst/>
              <a:gdLst/>
              <a:ahLst/>
              <a:cxnLst/>
              <a:rect l="l" t="t" r="r" b="b"/>
              <a:pathLst>
                <a:path w="93" h="178" extrusionOk="0">
                  <a:moveTo>
                    <a:pt x="91" y="0"/>
                  </a:moveTo>
                  <a:lnTo>
                    <a:pt x="91" y="32"/>
                  </a:lnTo>
                  <a:lnTo>
                    <a:pt x="36" y="32"/>
                  </a:lnTo>
                  <a:lnTo>
                    <a:pt x="36" y="71"/>
                  </a:lnTo>
                  <a:lnTo>
                    <a:pt x="82" y="71"/>
                  </a:lnTo>
                  <a:lnTo>
                    <a:pt x="82" y="103"/>
                  </a:lnTo>
                  <a:lnTo>
                    <a:pt x="36" y="103"/>
                  </a:lnTo>
                  <a:lnTo>
                    <a:pt x="36" y="145"/>
                  </a:lnTo>
                  <a:lnTo>
                    <a:pt x="93" y="145"/>
                  </a:lnTo>
                  <a:lnTo>
                    <a:pt x="93" y="178"/>
                  </a:lnTo>
                  <a:lnTo>
                    <a:pt x="0" y="178"/>
                  </a:lnTo>
                  <a:lnTo>
                    <a:pt x="0" y="0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2" name="Google Shape;102;g20c3afcc4d7_0_45024"/>
            <p:cNvSpPr/>
            <p:nvPr/>
          </p:nvSpPr>
          <p:spPr>
            <a:xfrm>
              <a:off x="288926" y="452438"/>
              <a:ext cx="173037" cy="371475"/>
            </a:xfrm>
            <a:custGeom>
              <a:avLst/>
              <a:gdLst/>
              <a:ahLst/>
              <a:cxnLst/>
              <a:rect l="l" t="t" r="r" b="b"/>
              <a:pathLst>
                <a:path w="109" h="234" extrusionOk="0">
                  <a:moveTo>
                    <a:pt x="17" y="0"/>
                  </a:moveTo>
                  <a:lnTo>
                    <a:pt x="17" y="218"/>
                  </a:lnTo>
                  <a:lnTo>
                    <a:pt x="109" y="218"/>
                  </a:lnTo>
                  <a:lnTo>
                    <a:pt x="109" y="234"/>
                  </a:lnTo>
                  <a:lnTo>
                    <a:pt x="0" y="234"/>
                  </a:lnTo>
                  <a:lnTo>
                    <a:pt x="0" y="0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g20c3afcc4d7_0_45024"/>
            <p:cNvSpPr/>
            <p:nvPr/>
          </p:nvSpPr>
          <p:spPr>
            <a:xfrm>
              <a:off x="48260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4" y="55"/>
                  </a:moveTo>
                  <a:cubicBezTo>
                    <a:pt x="73" y="55"/>
                    <a:pt x="87" y="63"/>
                    <a:pt x="94" y="70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4" y="10"/>
                    <a:pt x="33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86" y="139"/>
                    <a:pt x="74" y="147"/>
                    <a:pt x="54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3" y="55"/>
                    <a:pt x="54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9" y="68"/>
                    <a:pt x="54" y="68"/>
                  </a:cubicBezTo>
                  <a:cubicBezTo>
                    <a:pt x="29" y="68"/>
                    <a:pt x="14" y="82"/>
                    <a:pt x="14" y="101"/>
                  </a:cubicBezTo>
                  <a:cubicBezTo>
                    <a:pt x="14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g20c3afcc4d7_0_45024"/>
            <p:cNvSpPr/>
            <p:nvPr/>
          </p:nvSpPr>
          <p:spPr>
            <a:xfrm>
              <a:off x="1150938" y="727076"/>
              <a:ext cx="82550" cy="73025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5" name="Google Shape;105;g20c3afcc4d7_0_45024"/>
            <p:cNvSpPr/>
            <p:nvPr/>
          </p:nvSpPr>
          <p:spPr>
            <a:xfrm>
              <a:off x="865188" y="493713"/>
              <a:ext cx="358775" cy="388938"/>
            </a:xfrm>
            <a:custGeom>
              <a:avLst/>
              <a:gdLst/>
              <a:ahLst/>
              <a:cxnLst/>
              <a:rect l="l" t="t" r="r" b="b"/>
              <a:pathLst>
                <a:path w="185" h="198" extrusionOk="0">
                  <a:moveTo>
                    <a:pt x="96" y="165"/>
                  </a:moveTo>
                  <a:cubicBezTo>
                    <a:pt x="61" y="163"/>
                    <a:pt x="33" y="134"/>
                    <a:pt x="33" y="99"/>
                  </a:cubicBezTo>
                  <a:cubicBezTo>
                    <a:pt x="33" y="62"/>
                    <a:pt x="62" y="33"/>
                    <a:pt x="99" y="33"/>
                  </a:cubicBezTo>
                  <a:cubicBezTo>
                    <a:pt x="121" y="33"/>
                    <a:pt x="141" y="44"/>
                    <a:pt x="153" y="61"/>
                  </a:cubicBezTo>
                  <a:cubicBezTo>
                    <a:pt x="158" y="68"/>
                    <a:pt x="167" y="70"/>
                    <a:pt x="175" y="66"/>
                  </a:cubicBezTo>
                  <a:cubicBezTo>
                    <a:pt x="183" y="62"/>
                    <a:pt x="185" y="51"/>
                    <a:pt x="181" y="43"/>
                  </a:cubicBezTo>
                  <a:cubicBezTo>
                    <a:pt x="181" y="43"/>
                    <a:pt x="181" y="43"/>
                    <a:pt x="181" y="43"/>
                  </a:cubicBezTo>
                  <a:cubicBezTo>
                    <a:pt x="163" y="17"/>
                    <a:pt x="133" y="0"/>
                    <a:pt x="99" y="0"/>
                  </a:cubicBezTo>
                  <a:cubicBezTo>
                    <a:pt x="44" y="0"/>
                    <a:pt x="0" y="44"/>
                    <a:pt x="0" y="99"/>
                  </a:cubicBezTo>
                  <a:cubicBezTo>
                    <a:pt x="0" y="153"/>
                    <a:pt x="44" y="198"/>
                    <a:pt x="99" y="198"/>
                  </a:cubicBezTo>
                  <a:cubicBezTo>
                    <a:pt x="109" y="198"/>
                    <a:pt x="119" y="196"/>
                    <a:pt x="129" y="193"/>
                  </a:cubicBezTo>
                  <a:cubicBezTo>
                    <a:pt x="116" y="186"/>
                    <a:pt x="105" y="176"/>
                    <a:pt x="96" y="165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6" name="Google Shape;106;g20c3afcc4d7_0_45024"/>
            <p:cNvSpPr/>
            <p:nvPr/>
          </p:nvSpPr>
          <p:spPr>
            <a:xfrm>
              <a:off x="1023938" y="493713"/>
              <a:ext cx="387350" cy="388938"/>
            </a:xfrm>
            <a:custGeom>
              <a:avLst/>
              <a:gdLst/>
              <a:ahLst/>
              <a:cxnLst/>
              <a:rect l="l" t="t" r="r" b="b"/>
              <a:pathLst>
                <a:path w="199" h="198" extrusionOk="0">
                  <a:moveTo>
                    <a:pt x="100" y="0"/>
                  </a:moveTo>
                  <a:cubicBezTo>
                    <a:pt x="89" y="0"/>
                    <a:pt x="79" y="1"/>
                    <a:pt x="69" y="4"/>
                  </a:cubicBezTo>
                  <a:cubicBezTo>
                    <a:pt x="82" y="12"/>
                    <a:pt x="93" y="21"/>
                    <a:pt x="102" y="33"/>
                  </a:cubicBezTo>
                  <a:cubicBezTo>
                    <a:pt x="137" y="34"/>
                    <a:pt x="165" y="63"/>
                    <a:pt x="165" y="99"/>
                  </a:cubicBezTo>
                  <a:cubicBezTo>
                    <a:pt x="165" y="135"/>
                    <a:pt x="136" y="165"/>
                    <a:pt x="100" y="165"/>
                  </a:cubicBezTo>
                  <a:cubicBezTo>
                    <a:pt x="63" y="165"/>
                    <a:pt x="34" y="135"/>
                    <a:pt x="34" y="99"/>
                  </a:cubicBezTo>
                  <a:cubicBezTo>
                    <a:pt x="34" y="81"/>
                    <a:pt x="40" y="65"/>
                    <a:pt x="51" y="54"/>
                  </a:cubicBezTo>
                  <a:cubicBezTo>
                    <a:pt x="42" y="47"/>
                    <a:pt x="31" y="42"/>
                    <a:pt x="19" y="42"/>
                  </a:cubicBezTo>
                  <a:cubicBezTo>
                    <a:pt x="7" y="58"/>
                    <a:pt x="0" y="78"/>
                    <a:pt x="0" y="99"/>
                  </a:cubicBezTo>
                  <a:cubicBezTo>
                    <a:pt x="0" y="153"/>
                    <a:pt x="45" y="198"/>
                    <a:pt x="100" y="198"/>
                  </a:cubicBezTo>
                  <a:cubicBezTo>
                    <a:pt x="154" y="198"/>
                    <a:pt x="199" y="153"/>
                    <a:pt x="199" y="99"/>
                  </a:cubicBezTo>
                  <a:cubicBezTo>
                    <a:pt x="199" y="44"/>
                    <a:pt x="154" y="0"/>
                    <a:pt x="100" y="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7" name="Google Shape;107;g20c3afcc4d7_0_45024"/>
          <p:cNvSpPr/>
          <p:nvPr/>
        </p:nvSpPr>
        <p:spPr>
          <a:xfrm>
            <a:off x="0" y="-15400"/>
            <a:ext cx="9144000" cy="51897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7/ Slide vide fond clair">
  <p:cSld name="17/ Slide vide fond clair">
    <p:bg>
      <p:bgPr>
        <a:solidFill>
          <a:schemeClr val="lt1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0c3afcc4d7_0_45056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accent2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/ Titre, sous-titre et contenu">
  <p:cSld name="02/ Titre, sous-titre et contenu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0c3afcc4d7_0_45059"/>
          <p:cNvSpPr txBox="1">
            <a:spLocks noGrp="1"/>
          </p:cNvSpPr>
          <p:nvPr>
            <p:ph type="body" idx="1"/>
          </p:nvPr>
        </p:nvSpPr>
        <p:spPr>
          <a:xfrm>
            <a:off x="508001" y="1059657"/>
            <a:ext cx="8132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๏"/>
              <a:defRPr sz="1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971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80"/>
              <a:buFont typeface="Century Gothic"/>
              <a:buChar char="&lt;"/>
              <a:defRPr sz="12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844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80"/>
              <a:buFont typeface="Century Gothic"/>
              <a:buChar char="+"/>
              <a:defRPr sz="11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Courier New"/>
              <a:buChar char="o"/>
              <a:defRPr sz="10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3" name="Google Shape;113;g20c3afcc4d7_0_4505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4" name="Google Shape;114;g20c3afcc4d7_0_4505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g20c3afcc4d7_0_45059"/>
          <p:cNvSpPr txBox="1">
            <a:spLocks noGrp="1"/>
          </p:cNvSpPr>
          <p:nvPr>
            <p:ph type="subTitle" idx="2"/>
          </p:nvPr>
        </p:nvSpPr>
        <p:spPr>
          <a:xfrm>
            <a:off x="505650" y="411225"/>
            <a:ext cx="8132700" cy="3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lt2"/>
                </a:solidFill>
              </a:defRPr>
            </a:lvl1pPr>
            <a:lvl2pPr lvl="1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80"/>
              <a:buNone/>
              <a:defRPr/>
            </a:lvl2pPr>
            <a:lvl3pPr lvl="2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880"/>
              <a:buNone/>
              <a:defRPr/>
            </a:lvl3pPr>
            <a:lvl4pPr lvl="3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personnalisée">
  <p:cSld name="7_Disposition personnalisée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0c3afcc4d7_0_45064"/>
          <p:cNvSpPr txBox="1">
            <a:spLocks noGrp="1"/>
          </p:cNvSpPr>
          <p:nvPr>
            <p:ph type="title"/>
          </p:nvPr>
        </p:nvSpPr>
        <p:spPr>
          <a:xfrm>
            <a:off x="503238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20c3afcc4d7_0_45064"/>
          <p:cNvSpPr txBox="1">
            <a:spLocks noGrp="1"/>
          </p:cNvSpPr>
          <p:nvPr>
            <p:ph type="body" idx="1"/>
          </p:nvPr>
        </p:nvSpPr>
        <p:spPr>
          <a:xfrm>
            <a:off x="503238" y="766764"/>
            <a:ext cx="8137500" cy="38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๏"/>
              <a:defRPr/>
            </a:lvl1pPr>
            <a:lvl2pPr marL="914400" lvl="1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&gt;"/>
              <a:defRPr/>
            </a:lvl2pPr>
            <a:lvl3pPr marL="1371600" lvl="2" indent="-33020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600"/>
              <a:buChar char="+"/>
              <a:defRPr/>
            </a:lvl3pPr>
            <a:lvl4pPr marL="1828800" lvl="3" indent="-28575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900"/>
              <a:buChar char="o"/>
              <a:defRPr/>
            </a:lvl4pPr>
            <a:lvl5pPr marL="2286000" lvl="4" indent="-320039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○"/>
              <a:defRPr/>
            </a:lvl5pPr>
            <a:lvl6pPr marL="2743200" lvl="5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7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g20c3afcc4d7_0_45064"/>
          <p:cNvSpPr txBox="1">
            <a:spLocks noGrp="1"/>
          </p:cNvSpPr>
          <p:nvPr>
            <p:ph type="sldNum" idx="12"/>
          </p:nvPr>
        </p:nvSpPr>
        <p:spPr>
          <a:xfrm>
            <a:off x="8786812" y="4862513"/>
            <a:ext cx="3573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0" name="Google Shape;120;g20c3afcc4d7_0_45064"/>
          <p:cNvSpPr txBox="1">
            <a:spLocks noGrp="1"/>
          </p:cNvSpPr>
          <p:nvPr>
            <p:ph type="ftr" idx="11"/>
          </p:nvPr>
        </p:nvSpPr>
        <p:spPr>
          <a:xfrm>
            <a:off x="5292725" y="4870847"/>
            <a:ext cx="33480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800" b="0" i="0" u="none" strike="noStrike" cap="none">
                <a:solidFill>
                  <a:srgbClr val="0E235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0c3afcc4d7_0_45076"/>
          <p:cNvSpPr txBox="1">
            <a:spLocks noGrp="1"/>
          </p:cNvSpPr>
          <p:nvPr>
            <p:ph type="title"/>
          </p:nvPr>
        </p:nvSpPr>
        <p:spPr>
          <a:xfrm>
            <a:off x="655350" y="1918050"/>
            <a:ext cx="65511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g20c3afcc4d7_0_45076"/>
          <p:cNvSpPr txBox="1">
            <a:spLocks noGrp="1"/>
          </p:cNvSpPr>
          <p:nvPr>
            <p:ph type="body" idx="1"/>
          </p:nvPr>
        </p:nvSpPr>
        <p:spPr>
          <a:xfrm>
            <a:off x="655350" y="766125"/>
            <a:ext cx="949800" cy="83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3000" b="1" i="0" u="none" strike="noStrike" cap="none"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&gt;"/>
              <a:defRPr>
                <a:solidFill>
                  <a:schemeClr val="lt1"/>
                </a:solidFill>
              </a:defRPr>
            </a:lvl2pPr>
            <a:lvl3pPr marL="1371600" lvl="2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+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o"/>
              <a:defRPr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marL="2743200" lvl="5" indent="-2730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○"/>
              <a:defRPr>
                <a:solidFill>
                  <a:schemeClr val="lt1"/>
                </a:solidFill>
              </a:defRPr>
            </a:lvl6pPr>
            <a:lvl7pPr marL="3200400" lvl="6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7pPr>
            <a:lvl8pPr marL="3657600" lvl="7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8pPr>
            <a:lvl9pPr marL="4114800" lvl="8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Layouts\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0c3afcc4d7_0_45084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g20c3afcc4d7_0_45084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g20c3afcc4d7_0_45084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re, sous-titre et visuel">
  <p:cSld name="Titre, sous-titre et visuel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c3afcc4d7_0_45088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g20c3afcc4d7_0_45088"/>
          <p:cNvSpPr>
            <a:spLocks noGrp="1"/>
          </p:cNvSpPr>
          <p:nvPr>
            <p:ph type="pic" idx="2"/>
          </p:nvPr>
        </p:nvSpPr>
        <p:spPr>
          <a:xfrm>
            <a:off x="-6213" y="817244"/>
            <a:ext cx="9144000" cy="39129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2" name="Google Shape;132;g20c3afcc4d7_0_45088"/>
          <p:cNvSpPr/>
          <p:nvPr/>
        </p:nvSpPr>
        <p:spPr>
          <a:xfrm>
            <a:off x="9246884" y="0"/>
            <a:ext cx="3421800" cy="1361100"/>
          </a:xfrm>
          <a:prstGeom prst="rect">
            <a:avLst/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Notice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Outfit"/>
              <a:buNone/>
            </a:pP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Polices :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Titre : Century Gothic BOLD– 21pts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Sous-titre : Century Gothic NORMAL – 15pts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 : Century Gothic NORMAL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Niv1– 14pts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Niv2– 12pts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Niv3– 11pts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Niv4– 10pts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3" name="Google Shape;133;g20c3afcc4d7_0_45088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g20c3afcc4d7_0_45088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2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75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"/>
              <a:buFont typeface="Outfit"/>
              <a:buNone/>
              <a:defRPr sz="1100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900"/>
              <a:buChar char="&gt;"/>
              <a:defRPr sz="1100">
                <a:solidFill>
                  <a:schemeClr val="accent1"/>
                </a:solidFill>
              </a:defRPr>
            </a:lvl2pPr>
            <a:lvl3pPr marL="1371600" lvl="2" indent="-2730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o"/>
              <a:defRPr sz="800">
                <a:solidFill>
                  <a:schemeClr val="accen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o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g20c3afcc4d7_0_45088"/>
          <p:cNvSpPr/>
          <p:nvPr/>
        </p:nvSpPr>
        <p:spPr>
          <a:xfrm>
            <a:off x="431432" y="4886532"/>
            <a:ext cx="1846800" cy="1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"/>
              <a:buFont typeface="Century Gothic"/>
              <a:buNone/>
            </a:pPr>
            <a:r>
              <a:rPr lang="en-US" sz="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Digital © 2019 - All rights reserved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36" name="Google Shape;136;g20c3afcc4d7_0_4508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35865" y="4844692"/>
            <a:ext cx="6165078" cy="223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0c3afcc4d7_0_4509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20c3afcc4d7_0_4509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g20c3afcc4d7_0_4509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0c3afcc4d7_0_4510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g20c3afcc4d7_0_4510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g20c3afcc4d7_0_4510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20c3afcc4d7_0_4510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2">
  <p:cSld name="6_Disposition personnalisée_2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0c3afcc4d7_0_45107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g20c3afcc4d7_0_45107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g20c3afcc4d7_0_4510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g20c3afcc4d7_0_45107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re, sous titre et contenu">
  <p:cSld name="1_Titre, sous titre et contenu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0c3afcc4d7_0_45112"/>
          <p:cNvSpPr txBox="1">
            <a:spLocks noGrp="1"/>
          </p:cNvSpPr>
          <p:nvPr>
            <p:ph type="title"/>
          </p:nvPr>
        </p:nvSpPr>
        <p:spPr>
          <a:xfrm>
            <a:off x="503240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Outfit"/>
              <a:buNone/>
              <a:defRPr sz="1700" b="1" i="0" u="none" strike="noStrike" cap="none">
                <a:solidFill>
                  <a:schemeClr val="dk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3" name="Google Shape;153;g20c3afcc4d7_0_45112"/>
          <p:cNvSpPr txBox="1">
            <a:spLocks noGrp="1"/>
          </p:cNvSpPr>
          <p:nvPr>
            <p:ph type="body" idx="1"/>
          </p:nvPr>
        </p:nvSpPr>
        <p:spPr>
          <a:xfrm>
            <a:off x="503240" y="1134666"/>
            <a:ext cx="8137500" cy="3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Noto Sans"/>
              <a:buChar char="◉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4" name="Google Shape;154;g20c3afcc4d7_0_45112"/>
          <p:cNvSpPr txBox="1">
            <a:spLocks noGrp="1"/>
          </p:cNvSpPr>
          <p:nvPr>
            <p:ph type="body" idx="2"/>
          </p:nvPr>
        </p:nvSpPr>
        <p:spPr>
          <a:xfrm>
            <a:off x="506350" y="478871"/>
            <a:ext cx="81360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Outfit"/>
              <a:buNone/>
              <a:defRPr sz="1700" b="0" i="0" u="none" strike="noStrike" cap="none">
                <a:solidFill>
                  <a:srgbClr val="00A9C5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1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9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8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5" name="Google Shape;155;g20c3afcc4d7_0_45112"/>
          <p:cNvSpPr txBox="1">
            <a:spLocks noGrp="1"/>
          </p:cNvSpPr>
          <p:nvPr>
            <p:ph type="sldNum" idx="12"/>
          </p:nvPr>
        </p:nvSpPr>
        <p:spPr>
          <a:xfrm>
            <a:off x="8845125" y="4867938"/>
            <a:ext cx="345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\slideLayouts\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0c3afcc4d7_0_45117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0c3afcc4d7_0_4511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0" name="Google Shape;160;g20c3afcc4d7_0_4511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1" name="Google Shape;161;g20c3afcc4d7_0_4511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0c3afcc4d7_0_4512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g20c3afcc4d7_0_4512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g20c3afcc4d7_0_4512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g20c3afcc4d7_0_4512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0c3afcc4d7_0_45131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g20c3afcc4d7_0_45131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g20c3afcc4d7_0_45131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0c3afcc4d7_0_45135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g20c3afcc4d7_0_45135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 2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0c3afcc4d7_0_45138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g20c3afcc4d7_0_45138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g20c3afcc4d7_0_4513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g20c3afcc4d7_0_45138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 2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0c3afcc4d7_0_45143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 2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0c3afcc4d7_0_45145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g20c3afcc4d7_0_45145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g20c3afcc4d7_0_45145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 2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0c3afcc4d7_0_4514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7" name="Google Shape;187;g20c3afcc4d7_0_4514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8" name="Google Shape;188;g20c3afcc4d7_0_4514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 2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0c3afcc4d7_0_4515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1" name="Google Shape;191;g20c3afcc4d7_0_4515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2" name="Google Shape;192;g20c3afcc4d7_0_4515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g20c3afcc4d7_0_4515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 2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0c3afcc4d7_0_4515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g20c3afcc4d7_0_4515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g20c3afcc4d7_0_4515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 2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0c3afcc4d7_0_4516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0" name="Google Shape;200;g20c3afcc4d7_0_4516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g20c3afcc4d7_0_4516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g20c3afcc4d7_0_4516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 2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0c3afcc4d7_0_4516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g20c3afcc4d7_0_45167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20c3afcc4d7_0_44922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/>
              <a:buNone/>
              <a:defRPr sz="24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g20c3afcc4d7_0_44922"/>
          <p:cNvSpPr txBox="1">
            <a:spLocks noGrp="1"/>
          </p:cNvSpPr>
          <p:nvPr>
            <p:ph type="body" idx="1"/>
          </p:nvPr>
        </p:nvSpPr>
        <p:spPr>
          <a:xfrm>
            <a:off x="899592" y="1131590"/>
            <a:ext cx="7704900" cy="36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 Math"/>
              <a:buChar char="ʘ"/>
              <a:defRPr sz="20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"/>
              <a:buChar char="∙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Courier New"/>
              <a:buChar char="o"/>
              <a:defRPr sz="1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utfit"/>
              <a:buChar char="•"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8" name="Google Shape;8;g20c3afcc4d7_0_44922"/>
          <p:cNvSpPr txBox="1"/>
          <p:nvPr/>
        </p:nvSpPr>
        <p:spPr>
          <a:xfrm>
            <a:off x="251520" y="4876006"/>
            <a:ext cx="206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Outfit"/>
              <a:buNone/>
            </a:pPr>
            <a:fld id="{00000000-1234-1234-1234-123412341234}" type="slidenum">
              <a:rPr lang="en-US" sz="9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‹#›</a:t>
            </a:fld>
            <a:endParaRPr sz="900" b="1" i="0" u="none" strike="noStrike" cap="none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" name="Google Shape;9;g20c3afcc4d7_0_44922"/>
          <p:cNvSpPr/>
          <p:nvPr/>
        </p:nvSpPr>
        <p:spPr>
          <a:xfrm>
            <a:off x="539552" y="4909251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0" name="Google Shape;10;g20c3afcc4d7_0_44922"/>
          <p:cNvSpPr txBox="1"/>
          <p:nvPr/>
        </p:nvSpPr>
        <p:spPr>
          <a:xfrm>
            <a:off x="683568" y="4876006"/>
            <a:ext cx="13305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00"/>
              <a:buFont typeface="Arial Narrow"/>
              <a:buNone/>
            </a:pPr>
            <a:r>
              <a:rPr lang="en-US" sz="900" b="0" i="0" u="none" strike="noStrike" cap="none">
                <a:solidFill>
                  <a:srgbClr val="6B7A99"/>
                </a:solidFill>
                <a:latin typeface="Arial Narrow"/>
                <a:ea typeface="Arial Narrow"/>
                <a:cs typeface="Arial Narrow"/>
                <a:sym typeface="Arial Narrow"/>
              </a:rPr>
              <a:t>TITRE DE LA PRÉSENTATION</a:t>
            </a:r>
            <a:endParaRPr sz="900" b="0" i="0" u="none" strike="noStrike" cap="none">
              <a:solidFill>
                <a:srgbClr val="6B7A99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1" name="Google Shape;11;g20c3afcc4d7_0_44922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\slides\_rels\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0c3afcc4d7_0_44918"/>
          <p:cNvSpPr txBox="1">
            <a:spLocks noGrp="1"/>
          </p:cNvSpPr>
          <p:nvPr>
            <p:ph type="ctrTitle"/>
          </p:nvPr>
        </p:nvSpPr>
        <p:spPr>
          <a:xfrm>
            <a:off x="940500" y="2246325"/>
            <a:ext cx="7846200" cy="14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</a:pPr>
            <a:r>
              <a:rPr lang="en-US" sz="4000">
                <a:solidFill>
                  <a:schemeClr val="accent1"/>
                </a:solidFill>
              </a:rPr>
              <a:t>Pilotage Agile AG2R</a:t>
            </a:r>
            <a:endParaRPr sz="400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072d353d33_0_18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Evenements passes</a:t>
            </a:r>
            <a:endParaRPr sz="1800" b="1"/>
          </a:p>
        </p:txBody>
      </p:sp>
      <p:sp>
        <p:nvSpPr>
          <p:cNvPr id="296" name="Google Shape;296;g3072d353d33_0_186"/>
          <p:cNvSpPr/>
          <p:nvPr/>
        </p:nvSpPr>
        <p:spPr>
          <a:xfrm>
            <a:off x="0" y="687599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97" name="Google Shape;297;g3072d353d33_0_18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298" name="Google Shape;298;g3072d353d33_0_18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SUR LA PERIODE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9" name="Google Shape;299;g3072d353d33_0_18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{{evenements_passes}} - {{faits_marquants}}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00" name="Google Shape;300;g3072d353d33_0_186"/>
          <p:cNvSpPr/>
          <p:nvPr/>
        </p:nvSpPr>
        <p:spPr>
          <a:xfrm>
            <a:off x="154725" y="799449"/>
            <a:ext cx="1772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{{equipe}}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1" name="Google Shape;301;g3072d353d33_0_18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agiles sur la période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2" name="Google Shape;302;g3072d353d33_0_18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{{commentaire_indicateurs_agiles}} - {{points_attention}}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3" name="Google Shape;303;g3072d353d33_0_186"/>
          <p:cNvSpPr/>
          <p:nvPr/>
        </p:nvSpPr>
        <p:spPr>
          <a:xfrm>
            <a:off x="6312750" y="1743600"/>
            <a:ext cx="2769600" cy="210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4" name="Google Shape;304;g3072d353d33_0_186"/>
          <p:cNvSpPr/>
          <p:nvPr/>
        </p:nvSpPr>
        <p:spPr>
          <a:xfrm>
            <a:off x="2105450" y="799450"/>
            <a:ext cx="61737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305" name="Google Shape;305;g3072d353d33_0_1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74250" y="1819800"/>
            <a:ext cx="1788900" cy="1254885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"/>
            <a:headEnd type="none" w="sm" len="sm"/>
            <a:tailEnd type="none" w="sm" len="sm"/>
          </a:ln>
        </p:spPr>
      </p:pic>
      <p:sp>
        <p:nvSpPr>
          <p:cNvPr id="306" name="Google Shape;306;g3072d353d33_0_186"/>
          <p:cNvSpPr txBox="1"/>
          <p:nvPr/>
        </p:nvSpPr>
        <p:spPr>
          <a:xfrm>
            <a:off x="6436050" y="1854200"/>
            <a:ext cx="7740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Velocite moyenne : {{velocite_moyenne}}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307" name="Google Shape;307;g3072d353d33_0_186"/>
          <p:cNvGrpSpPr/>
          <p:nvPr/>
        </p:nvGrpSpPr>
        <p:grpSpPr>
          <a:xfrm>
            <a:off x="8457781" y="753221"/>
            <a:ext cx="583929" cy="579378"/>
            <a:chOff x="10598150" y="2325688"/>
            <a:chExt cx="611188" cy="606425"/>
          </a:xfrm>
        </p:grpSpPr>
        <p:sp>
          <p:nvSpPr>
            <p:cNvPr id="308" name="Google Shape;308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0" name="Google Shape;310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1" name="Google Shape;311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2" name="Google Shape;312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3" name="Google Shape;313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4" name="Google Shape;314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5" name="Google Shape;315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6" name="Google Shape;316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7" name="Google Shape;317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8" name="Google Shape;318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9" name="Google Shape;319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0" name="Google Shape;320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21" name="Google Shape;321;g3072d353d33_0_186"/>
          <p:cNvSpPr txBox="1"/>
          <p:nvPr/>
        </p:nvSpPr>
        <p:spPr>
          <a:xfrm>
            <a:off x="6403950" y="2400900"/>
            <a:ext cx="8382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Taux predictibilite : {{taux_predictibilite}}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22" name="Google Shape;322;g3072d353d33_0_186"/>
          <p:cNvSpPr txBox="1"/>
          <p:nvPr/>
        </p:nvSpPr>
        <p:spPr>
          <a:xfrm>
            <a:off x="6306386" y="384660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Résultats et impacts métiers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3" name="Google Shape;323;g3072d353d33_0_186"/>
          <p:cNvSpPr/>
          <p:nvPr/>
        </p:nvSpPr>
        <p:spPr>
          <a:xfrm>
            <a:off x="6319725" y="4070450"/>
            <a:ext cx="2769600" cy="75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4" name="Google Shape;324;g3072d353d33_0_186"/>
          <p:cNvSpPr txBox="1"/>
          <p:nvPr/>
        </p:nvSpPr>
        <p:spPr>
          <a:xfrm>
            <a:off x="6436050" y="4151100"/>
            <a:ext cx="24717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Progression des résultats métiers : </a:t>
            </a:r>
            <a:endParaRPr sz="1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{{progression_resultats}} (de l'objectif final)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5" name="Google Shape;325;g3072d353d33_0_186"/>
          <p:cNvSpPr txBox="1"/>
          <p:nvPr/>
        </p:nvSpPr>
        <p:spPr>
          <a:xfrm>
            <a:off x="6512250" y="3359125"/>
            <a:ext cx="2550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% d'avancement realisation projet : {{avancement_projet}}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6" name="Google Shape;326;g3072d353d33_0_18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27" name="Google Shape;327;g3072d353d33_0_18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28" name="Google Shape;328;g3072d353d33_0_18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9" name="Google Shape;329;g3072d353d33_0_18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g3072d353d33_0_18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1" name="Google Shape;331;g3072d353d33_0_18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32" name="Google Shape;332;g3072d353d33_0_18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33" name="Google Shape;333;g3072d353d33_0_18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334" name="Google Shape;334;g3072d353d33_0_18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35" name="Google Shape;335;g3072d353d33_0_18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6" name="Google Shape;336;g3072d353d33_0_18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7" name="Google Shape;337;g3072d353d33_0_18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8" name="Google Shape;338;g3072d353d33_0_18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9" name="Google Shape;339;g3072d353d33_0_18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g3072d353d33_0_18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g3072d353d33_0_18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2" name="Google Shape;342;g3072d353d33_0_18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3" name="Google Shape;343;g3072d353d33_0_18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4" name="Google Shape;344;g3072d353d33_0_18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5" name="Google Shape;345;g3072d353d33_0_18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6" name="Google Shape;346;g3072d353d33_0_18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7" name="Google Shape;347;g3072d353d33_0_18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8" name="Google Shape;348;g3072d353d33_0_18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49" name="Google Shape;349;g3072d353d33_0_18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350" name="Google Shape;350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1" name="Google Shape;351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3" name="Google Shape;353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4" name="Google Shape;354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5" name="Google Shape;355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6" name="Google Shape;356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7" name="Google Shape;357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8" name="Google Shape;358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9" name="Google Shape;359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0" name="Google Shape;360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1" name="Google Shape;361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2" name="Google Shape;362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1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072d353d33_0_21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Roadmap 3 mois</a:t>
            </a:r>
            <a:endParaRPr sz="1800" b="1"/>
          </a:p>
        </p:txBody>
      </p:sp>
      <p:grpSp>
        <p:nvGrpSpPr>
          <p:cNvPr id="368" name="Google Shape;368;g3072d353d33_0_212"/>
          <p:cNvGrpSpPr/>
          <p:nvPr/>
        </p:nvGrpSpPr>
        <p:grpSpPr>
          <a:xfrm>
            <a:off x="98902" y="617276"/>
            <a:ext cx="6507698" cy="3075840"/>
            <a:chOff x="95066" y="-291283"/>
            <a:chExt cx="4804857" cy="2354440"/>
          </a:xfrm>
        </p:grpSpPr>
        <p:sp>
          <p:nvSpPr>
            <p:cNvPr id="369" name="Google Shape;369;g3072d353d33_0_212"/>
            <p:cNvSpPr txBox="1"/>
            <p:nvPr/>
          </p:nvSpPr>
          <p:spPr>
            <a:xfrm>
              <a:off x="95066" y="-291283"/>
              <a:ext cx="4776600" cy="16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Roadmap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0" name="Google Shape;370;g3072d353d33_0_212"/>
            <p:cNvSpPr/>
            <p:nvPr/>
          </p:nvSpPr>
          <p:spPr>
            <a:xfrm>
              <a:off x="136523" y="-114843"/>
              <a:ext cx="4763400" cy="21780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371" name="Google Shape;371;g3072d353d33_0_2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400" y="1014450"/>
            <a:ext cx="5570299" cy="2613793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g3072d353d33_0_212"/>
          <p:cNvSpPr txBox="1"/>
          <p:nvPr/>
        </p:nvSpPr>
        <p:spPr>
          <a:xfrm>
            <a:off x="6732250" y="15393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Pour information et/ou discussions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3" name="Google Shape;373;g3072d353d33_0_212"/>
          <p:cNvSpPr/>
          <p:nvPr/>
        </p:nvSpPr>
        <p:spPr>
          <a:xfrm>
            <a:off x="6742700" y="1772050"/>
            <a:ext cx="2313900" cy="1921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4" name="Google Shape;374;g3072d353d33_0_212"/>
          <p:cNvSpPr txBox="1"/>
          <p:nvPr/>
        </p:nvSpPr>
        <p:spPr>
          <a:xfrm>
            <a:off x="6924700" y="1772050"/>
            <a:ext cx="17856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{{points_discussion}}</a:t>
            </a:r>
            <a:endParaRPr sz="1000">
              <a:solidFill>
                <a:schemeClr val="dk1"/>
              </a:solidFill>
            </a:endParaRPr>
          </a:p>
        </p:txBody>
      </p:sp>
      <p:graphicFrame>
        <p:nvGraphicFramePr>
          <p:cNvPr id="375" name="Google Shape;375;g3072d353d33_0_212"/>
          <p:cNvGraphicFramePr/>
          <p:nvPr/>
        </p:nvGraphicFramePr>
        <p:xfrm>
          <a:off x="155327" y="3879095"/>
          <a:ext cx="8901300" cy="775360"/>
        </p:xfrm>
        <a:graphic>
          <a:graphicData uri="http://schemas.openxmlformats.org/drawingml/2006/table">
            <a:tbl>
              <a:tblPr>
                <a:noFill/>
                <a:tableStyleId>{0E937493-311C-4B09-AB42-98F83098D3E6}</a:tableStyleId>
              </a:tblPr>
              <a:tblGrid>
                <a:gridCol w="580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9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8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Outfit"/>
                        <a:buNone/>
                      </a:pPr>
                      <a:r>
                        <a:rPr lang="en-US" sz="1400" b="1" i="0" u="none" strike="noStrike" cap="non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🕭</a:t>
                      </a:r>
                      <a:endParaRPr sz="2000" b="1" u="none" strike="noStrike" cap="none">
                        <a:solidFill>
                          <a:srgbClr val="FFFFFF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D9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700"/>
                        <a:buFont typeface="Outfit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E2356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Sujets pour décision</a:t>
                      </a:r>
                      <a:r>
                        <a:rPr lang="en-US" sz="900" b="1">
                          <a:latin typeface="Outfit"/>
                          <a:ea typeface="Outfit"/>
                          <a:cs typeface="Outfit"/>
                          <a:sym typeface="Outfit"/>
                        </a:rPr>
                        <a:t>(s)</a:t>
                      </a:r>
                      <a:endParaRPr sz="900" b="1" i="0" u="none" strike="noStrike" cap="none">
                        <a:solidFill>
                          <a:srgbClr val="0E2356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D9E8"/>
                    </a:solidFill>
                  </a:tcPr>
                </a:tc>
                <a:tc>
                  <a:txBody>
                    <a:bodyPr/>
                    <a:lstStyle/>
                    <a:p>
                      <a:pPr marL="82550" marR="0" lvl="0" indent="-8255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700"/>
                        <a:buFont typeface="Outfit"/>
                        <a:buNone/>
                      </a:pPr>
                      <a:r>
                        <a:rPr lang="en-US" sz="700" b="1" i="0" u="none" strike="noStrike" cap="none">
                          <a:solidFill>
                            <a:srgbClr val="0E2356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Décision(s) </a:t>
                      </a:r>
                      <a:r>
                        <a:rPr lang="en-US" sz="700" b="1">
                          <a:latin typeface="Outfit"/>
                          <a:ea typeface="Outfit"/>
                          <a:cs typeface="Outfit"/>
                          <a:sym typeface="Outfit"/>
                        </a:rPr>
                        <a:t>prises en séance</a:t>
                      </a:r>
                      <a:endParaRPr sz="1400" u="none" strike="noStrike" cap="none"/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D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0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r>
                        <a:rPr lang="en-US" sz="800"/>
                        <a:t>{{sujets_decision}}</a:t>
                      </a:r>
                      <a:endParaRPr sz="1400" u="none" strike="noStrike" cap="none"/>
                    </a:p>
                  </a:txBody>
                  <a:tcPr marL="45725" marR="45725" marT="45725" marB="45725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endParaRPr sz="1400" u="none" strike="noStrike" cap="none"/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r>
                        <a:rPr lang="en-US" sz="800"/>
                        <a:t>{{decisions}}</a:t>
                      </a:r>
                      <a:endParaRPr sz="800" b="0" i="0" u="none" strike="noStrike" cap="none">
                        <a:solidFill>
                          <a:srgbClr val="0E2356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45725" marR="45725" marT="45725" marB="45725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E2356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{{chantiers_3_mois}} - {{jalons_livrables}} - {{avancement_chantiers}} - {{difficultes_roadmap}}</a:t>
                      </a:r>
                      <a:endParaRPr sz="800" b="0" i="0" u="none" strike="noStrike" cap="none">
                        <a:solidFill>
                          <a:srgbClr val="0E2356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76" name="Google Shape;376;g3072d353d33_0_212"/>
          <p:cNvSpPr/>
          <p:nvPr/>
        </p:nvSpPr>
        <p:spPr>
          <a:xfrm>
            <a:off x="6732250" y="831250"/>
            <a:ext cx="2313900" cy="6108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g3072d353d33_0_212"/>
          <p:cNvSpPr txBox="1"/>
          <p:nvPr/>
        </p:nvSpPr>
        <p:spPr>
          <a:xfrm>
            <a:off x="6732250" y="6249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Roadmap : Niveau de confiance {{niveau_confiance}}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78" name="Google Shape;378;g3072d353d33_0_212"/>
          <p:cNvGrpSpPr/>
          <p:nvPr/>
        </p:nvGrpSpPr>
        <p:grpSpPr>
          <a:xfrm>
            <a:off x="8468894" y="976479"/>
            <a:ext cx="486270" cy="350973"/>
            <a:chOff x="7035831" y="2397735"/>
            <a:chExt cx="1871707" cy="1452103"/>
          </a:xfrm>
        </p:grpSpPr>
        <p:grpSp>
          <p:nvGrpSpPr>
            <p:cNvPr id="379" name="Google Shape;379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80" name="Google Shape;380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1" name="Google Shape;381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2" name="Google Shape;382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3" name="Google Shape;383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4" name="Google Shape;384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5" name="Google Shape;385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6" name="Google Shape;386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7" name="Google Shape;387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8" name="Google Shape;388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9" name="Google Shape;389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0" name="Google Shape;390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1" name="Google Shape;391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2" name="Google Shape;392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93" name="Google Shape;393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94" name="Google Shape;394;g3072d353d33_0_212"/>
          <p:cNvSpPr txBox="1"/>
          <p:nvPr/>
        </p:nvSpPr>
        <p:spPr>
          <a:xfrm>
            <a:off x="6818900" y="946425"/>
            <a:ext cx="15735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Pourcentage d'erreur de {{incertitude_roadmap}}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95" name="Google Shape;395;g3072d353d33_0_212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96" name="Google Shape;396;g3072d353d33_0_212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97" name="Google Shape;397;g3072d353d33_0_212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8" name="Google Shape;398;g3072d353d33_0_212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9" name="Google Shape;399;g3072d353d33_0_212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00" name="Google Shape;400;g3072d353d33_0_212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01" name="Google Shape;401;g3072d353d33_0_212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02" name="Google Shape;402;g3072d353d33_0_212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03" name="Google Shape;403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04" name="Google Shape;404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5" name="Google Shape;405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6" name="Google Shape;406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7" name="Google Shape;407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8" name="Google Shape;408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9" name="Google Shape;409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0" name="Google Shape;410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1" name="Google Shape;411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2" name="Google Shape;412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3" name="Google Shape;413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4" name="Google Shape;414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5" name="Google Shape;415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6" name="Google Shape;416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17" name="Google Shape;417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18" name="Google Shape;418;g3072d353d33_0_212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19" name="Google Shape;419;g3072d353d33_0_212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0" name="Google Shape;420;g3072d353d33_0_212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1" name="Google Shape;421;g3072d353d33_0_212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2" name="Google Shape;422;g3072d353d33_0_212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3" name="Google Shape;423;g3072d353d33_0_212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4" name="Google Shape;424;g3072d353d33_0_212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5" name="Google Shape;425;g3072d353d33_0_212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6" name="Google Shape;426;g3072d353d33_0_212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7" name="Google Shape;427;g3072d353d33_0_212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8" name="Google Shape;428;g3072d353d33_0_212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9" name="Google Shape;429;g3072d353d33_0_212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0" name="Google Shape;430;g3072d353d33_0_212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1" name="Google Shape;431;g3072d353d33_0_212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072d353d33_0_21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Focus incidentologie / recette</a:t>
            </a:r>
            <a:endParaRPr sz="1800" b="1"/>
          </a:p>
        </p:txBody>
      </p:sp>
      <p:sp>
        <p:nvSpPr>
          <p:cNvPr id="437" name="Google Shape;437;g3072d353d33_0_216"/>
          <p:cNvSpPr/>
          <p:nvPr/>
        </p:nvSpPr>
        <p:spPr>
          <a:xfrm>
            <a:off x="0" y="687600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38" name="Google Shape;438;g3072d353d33_0_21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439" name="Google Shape;439;g3072d353d33_0_21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RETOUR R7 SUR LA PÉRIODE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0" name="Google Shape;440;g3072d353d33_0_21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{{type_focus}} - {{faits_marquants_incidentologie_recette}}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41" name="Google Shape;441;g3072d353d33_0_21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traitement des retour de R7 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2" name="Google Shape;442;g3072d353d33_0_21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{{commentaire_indicateurs_incidentologie_recette}} - {{commentaire_evolution}}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3" name="Google Shape;443;g3072d353d33_0_216"/>
          <p:cNvSpPr/>
          <p:nvPr/>
        </p:nvSpPr>
        <p:spPr>
          <a:xfrm>
            <a:off x="6312750" y="1743600"/>
            <a:ext cx="2769600" cy="3081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g3072d353d33_0_216"/>
          <p:cNvSpPr/>
          <p:nvPr/>
        </p:nvSpPr>
        <p:spPr>
          <a:xfrm>
            <a:off x="331150" y="801875"/>
            <a:ext cx="4829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g3072d353d33_0_216"/>
          <p:cNvSpPr txBox="1"/>
          <p:nvPr/>
        </p:nvSpPr>
        <p:spPr>
          <a:xfrm>
            <a:off x="6436050" y="1854200"/>
            <a:ext cx="2471700" cy="9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Exemple :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Tickets crees : {{tickets_crees}} | traites : {{tickets_traites}} | non traites : {{tickets_non_traites}}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{{impacts_metiers}} - {{actions_resolution}}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446" name="Google Shape;446;g3072d353d33_0_216"/>
          <p:cNvGrpSpPr/>
          <p:nvPr/>
        </p:nvGrpSpPr>
        <p:grpSpPr>
          <a:xfrm>
            <a:off x="8381581" y="753221"/>
            <a:ext cx="583929" cy="579378"/>
            <a:chOff x="10598150" y="2325688"/>
            <a:chExt cx="611188" cy="606425"/>
          </a:xfrm>
        </p:grpSpPr>
        <p:sp>
          <p:nvSpPr>
            <p:cNvPr id="447" name="Google Shape;447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8" name="Google Shape;448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9" name="Google Shape;449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0" name="Google Shape;450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1" name="Google Shape;451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2" name="Google Shape;452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3" name="Google Shape;453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4" name="Google Shape;454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5" name="Google Shape;455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6" name="Google Shape;456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7" name="Google Shape;457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8" name="Google Shape;458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9" name="Google Shape;459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0" name="Google Shape;460;g3072d353d33_0_21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1" name="Google Shape;461;g3072d353d33_0_21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462" name="Google Shape;462;g3072d353d33_0_21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3" name="Google Shape;463;g3072d353d33_0_21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4" name="Google Shape;464;g3072d353d33_0_21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5" name="Google Shape;465;g3072d353d33_0_21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6" name="Google Shape;466;g3072d353d33_0_21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7" name="Google Shape;467;g3072d353d33_0_21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68" name="Google Shape;468;g3072d353d33_0_21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69" name="Google Shape;469;g3072d353d33_0_21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0" name="Google Shape;470;g3072d353d33_0_21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1" name="Google Shape;471;g3072d353d33_0_21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2" name="Google Shape;472;g3072d353d33_0_21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3" name="Google Shape;473;g3072d353d33_0_21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4" name="Google Shape;474;g3072d353d33_0_21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5" name="Google Shape;475;g3072d353d33_0_21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6" name="Google Shape;476;g3072d353d33_0_21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7" name="Google Shape;477;g3072d353d33_0_21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8" name="Google Shape;478;g3072d353d33_0_21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9" name="Google Shape;479;g3072d353d33_0_21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0" name="Google Shape;480;g3072d353d33_0_21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1" name="Google Shape;481;g3072d353d33_0_21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82" name="Google Shape;482;g3072d353d33_0_21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83" name="Google Shape;483;g3072d353d33_0_21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84" name="Google Shape;484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5" name="Google Shape;485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6" name="Google Shape;486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7" name="Google Shape;487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8" name="Google Shape;488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9" name="Google Shape;489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0" name="Google Shape;490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1" name="Google Shape;491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2" name="Google Shape;492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3" name="Google Shape;493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4" name="Google Shape;494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5" name="Google Shape;495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6" name="Google Shape;496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97" name="Google Shape;497;g3072d353d33_0_216"/>
          <p:cNvSpPr/>
          <p:nvPr/>
        </p:nvSpPr>
        <p:spPr>
          <a:xfrm>
            <a:off x="5273450" y="801888"/>
            <a:ext cx="28434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Metiers concernes : {{metiers_concernes}}</a:t>
            </a:r>
            <a:endParaRPr sz="10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(et/ou personne du métier)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3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0E937493-311C-4B09-AB42-98F83098D3E6}">
  <a:tblStyle styleId="{0E937493-311C-4B09-AB42-98F83098D3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\theme\theme1.xml><?xml version="1.0" encoding="utf-8"?>
<a:theme xmlns:a="http://schemas.openxmlformats.org/drawingml/2006/main" name="Conception personnalisée">
  <a:themeElements>
    <a:clrScheme name="OCTO">
      <a:dk1>
        <a:srgbClr val="0E2356"/>
      </a:dk1>
      <a:lt1>
        <a:srgbClr val="FFFFFF"/>
      </a:lt1>
      <a:dk2>
        <a:srgbClr val="0E2356"/>
      </a:dk2>
      <a:lt2>
        <a:srgbClr val="E8F0FF"/>
      </a:lt2>
      <a:accent1>
        <a:srgbClr val="0E2356"/>
      </a:accent1>
      <a:accent2>
        <a:srgbClr val="00D2DD"/>
      </a:accent2>
      <a:accent3>
        <a:srgbClr val="DB4B4B"/>
      </a:accent3>
      <a:accent4>
        <a:srgbClr val="0E2356"/>
      </a:accent4>
      <a:accent5>
        <a:srgbClr val="0E2356"/>
      </a:accent5>
      <a:accent6>
        <a:srgbClr val="00D2DD"/>
      </a:accent6>
      <a:hlink>
        <a:srgbClr val="976C9D"/>
      </a:hlink>
      <a:folHlink>
        <a:srgbClr val="00ABA4"/>
      </a:folHlink>
    </a:clrScheme>
    <a:fontScheme name="OCTO Outfit">
      <a:majorFont>
        <a:latin typeface="Outfi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Outfi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Outfit"/>
        <a:font script="Hebr" typeface="Outfit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Outfit"/>
        <a:font script="Uigh" typeface="Microsoft Uighur"/>
        <a:font script="Geor" typeface="Sylfaen"/>
      </a:minorFont>
    </a:fontScheme>
    <a:fmtScheme name="OCTO Outfi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E2356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E2356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E2356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theme\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52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