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\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docProps\app.xml><?xml version="1.0" encoding="utf-8"?>
<Properties xmlns="http://schemas.openxmlformats.org/officeDocument/2006/extended-properties" xmlns:vt="http://schemas.openxmlformats.org/officeDocument/2006/docPropsVTypes">
  <TotalTime>0</TotalTime>
  <Words>175</Words>
  <Application>Microsoft Office PowerPoint</Application>
  <PresentationFormat>On-screen Show (16:9)</PresentationFormat>
  <Paragraphs>62</Paragraphs>
  <Slides>3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14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9" baseType="lpstr">
      <vt:lpstr>Arial Black</vt:lpstr>
      <vt:lpstr>Cambria Math</vt:lpstr>
      <vt:lpstr>Courier New</vt:lpstr>
      <vt:lpstr>Helvetica Neue</vt:lpstr>
      <vt:lpstr>Century Gothic</vt:lpstr>
      <vt:lpstr>Merriweather Sans</vt:lpstr>
      <vt:lpstr>Cabin Condensed</vt:lpstr>
      <vt:lpstr>Montserrat SemiBold</vt:lpstr>
      <vt:lpstr>Arial</vt:lpstr>
      <vt:lpstr>Noto Sans</vt:lpstr>
      <vt:lpstr>Calibri</vt:lpstr>
      <vt:lpstr>Verdana</vt:lpstr>
      <vt:lpstr>Arial Narrow</vt:lpstr>
      <vt:lpstr>Noto Sans Symbols</vt:lpstr>
      <vt:lpstr>Conception personnalisée</vt:lpstr>
      <vt:lpstr>Pilotage Agile AG2R</vt:lpstr>
      <vt:lpstr>MAQUETTE support COPIL - slide 1</vt:lpstr>
      <vt:lpstr>MAQUETTE support COPIL - slide 2</vt:lpstr>
      <vt:lpstr>MAQUETTE support COPIL - slide 3</vt:lpstr>
    </vt:vector>
  </TitlesOfParts>
  <LinksUpToDate>false</LinksUpToDate>
  <SharedDoc>false</SharedDoc>
  <HyperlinksChanged>false</HyperlinksChanged>
  <AppVersion>16.0000</AppVersion>
</Properties>
</file>

<file path=docProps\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HUBE-LAURENT Estelle (BPCE-IT - NON REFERENCEE)</dc:creator>
  <cp:lastModifiedBy>Camus, Claude</cp:lastModifiedBy>
  <cp:revision>2</cp:revision>
  <dcterms:modified xsi:type="dcterms:W3CDTF">2026-06-04T12:53:47Z</dcterms:modified>
</cp:coreProperties>
</file>

<file path=docProps\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0x0101009B429FF754AB974C8E15D9875A4AF84E</vt:lpwstr>
  </property>
  <property fmtid="{D5CDD505-2E9C-101B-9397-08002B2CF9AE}" pid="3" name="MSIP_Label_48a19f0c-bea1-442e-a475-ed109d9ec508_Enabled">
    <vt:lpwstr>true</vt:lpwstr>
  </property>
  <property fmtid="{D5CDD505-2E9C-101B-9397-08002B2CF9AE}" pid="4" name="MSIP_Label_48a19f0c-bea1-442e-a475-ed109d9ec508_SetDate">
    <vt:lpwstr>2023-01-30T16:00:26Z</vt:lpwstr>
  </property>
  <property fmtid="{D5CDD505-2E9C-101B-9397-08002B2CF9AE}" pid="5" name="MSIP_Label_48a19f0c-bea1-442e-a475-ed109d9ec508_Method">
    <vt:lpwstr>Standard</vt:lpwstr>
  </property>
  <property fmtid="{D5CDD505-2E9C-101B-9397-08002B2CF9AE}" pid="6" name="MSIP_Label_48a19f0c-bea1-442e-a475-ed109d9ec508_Name">
    <vt:lpwstr>48a19f0c-bea1-442e-a475-ed109d9ec508</vt:lpwstr>
  </property>
  <property fmtid="{D5CDD505-2E9C-101B-9397-08002B2CF9AE}" pid="7" name="MSIP_Label_48a19f0c-bea1-442e-a475-ed109d9ec508_SiteId">
    <vt:lpwstr>d5bb6d35-8a82-4329-b49a-5030bd6497ab</vt:lpwstr>
  </property>
  <property fmtid="{D5CDD505-2E9C-101B-9397-08002B2CF9AE}" pid="8" name="MSIP_Label_48a19f0c-bea1-442e-a475-ed109d9ec508_ActionId">
    <vt:lpwstr>d0ef2f85-f3a6-476b-a51d-604a3da2267b</vt:lpwstr>
  </property>
  <property fmtid="{D5CDD505-2E9C-101B-9397-08002B2CF9AE}" pid="9" name="MSIP_Label_48a19f0c-bea1-442e-a475-ed109d9ec508_ContentBits">
    <vt:lpwstr>0</vt:lpwstr>
  </property>
  <property fmtid="{D5CDD505-2E9C-101B-9397-08002B2CF9AE}" pid="10" name="MediaServiceImageTags">
    <vt:lpwstr/>
  </property>
</Properties>
</file>

<file path=ppt\_rels\presentation.xml.rels>&#65279;<?xml version="1.0" encoding="UTF-8" standalone="yes"?>
<Relationships xmlns="http://schemas.openxmlformats.org/package/2006/relationships"><Relationship Id="rId13" Type="http://schemas.openxmlformats.org/officeDocument/2006/relationships/font" Target="fonts/font7.fntdata"/><Relationship Id="rId18" Type="http://schemas.openxmlformats.org/officeDocument/2006/relationships/font" Target="fonts/font12.fntdata"/><Relationship Id="rId26" Type="http://schemas.openxmlformats.org/officeDocument/2006/relationships/font" Target="fonts/font20.fntdata"/><Relationship Id="rId21" Type="http://schemas.openxmlformats.org/officeDocument/2006/relationships/font" Target="fonts/font15.fntdata"/><Relationship Id="rId68" Type="http://schemas.openxmlformats.org/officeDocument/2006/relationships/theme" Target="theme/theme1.xml"/><Relationship Id="rId7" Type="http://schemas.openxmlformats.org/officeDocument/2006/relationships/font" Target="fonts/font1.fntdata"/><Relationship Id="rId12" Type="http://schemas.openxmlformats.org/officeDocument/2006/relationships/font" Target="fonts/font6.fntdata"/><Relationship Id="rId17" Type="http://schemas.openxmlformats.org/officeDocument/2006/relationships/font" Target="fonts/font11.fntdata"/><Relationship Id="rId25" Type="http://schemas.openxmlformats.org/officeDocument/2006/relationships/font" Target="fonts/font19.fntdata"/><Relationship Id="rId33" Type="http://schemas.openxmlformats.org/officeDocument/2006/relationships/font" Target="fonts/font27.fntdata"/><Relationship Id="rId67" Type="http://schemas.openxmlformats.org/officeDocument/2006/relationships/viewProps" Target="viewProps.xml"/><Relationship Id="rId16" Type="http://schemas.openxmlformats.org/officeDocument/2006/relationships/font" Target="fonts/font10.fntdata"/><Relationship Id="rId20" Type="http://schemas.openxmlformats.org/officeDocument/2006/relationships/font" Target="fonts/font14.fntdata"/><Relationship Id="rId29" Type="http://schemas.openxmlformats.org/officeDocument/2006/relationships/font" Target="fonts/font23.fntdata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openxmlformats.org/officeDocument/2006/relationships/font" Target="fonts/font5.fntdata"/><Relationship Id="rId24" Type="http://schemas.openxmlformats.org/officeDocument/2006/relationships/font" Target="fonts/font18.fntdata"/><Relationship Id="rId32" Type="http://schemas.openxmlformats.org/officeDocument/2006/relationships/font" Target="fonts/font26.fntdata"/><Relationship Id="rId66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font" Target="fonts/font9.fntdata"/><Relationship Id="rId23" Type="http://schemas.openxmlformats.org/officeDocument/2006/relationships/font" Target="fonts/font17.fntdata"/><Relationship Id="rId28" Type="http://schemas.openxmlformats.org/officeDocument/2006/relationships/font" Target="fonts/font22.fntdata"/><Relationship Id="rId10" Type="http://schemas.openxmlformats.org/officeDocument/2006/relationships/font" Target="fonts/font4.fntdata"/><Relationship Id="rId19" Type="http://schemas.openxmlformats.org/officeDocument/2006/relationships/font" Target="fonts/font13.fntdata"/><Relationship Id="rId31" Type="http://schemas.openxmlformats.org/officeDocument/2006/relationships/font" Target="fonts/font25.fntdata"/><Relationship Id="rId65" Type="http://customschemas.google.com/relationships/presentationmetadata" Target="metadata"/><Relationship Id="rId4" Type="http://schemas.openxmlformats.org/officeDocument/2006/relationships/slide" Target="slides/slide3.xml"/><Relationship Id="rId9" Type="http://schemas.openxmlformats.org/officeDocument/2006/relationships/font" Target="fonts/font3.fntdata"/><Relationship Id="rId14" Type="http://schemas.openxmlformats.org/officeDocument/2006/relationships/font" Target="fonts/font8.fntdata"/><Relationship Id="rId22" Type="http://schemas.openxmlformats.org/officeDocument/2006/relationships/font" Target="fonts/font16.fntdata"/><Relationship Id="rId27" Type="http://schemas.openxmlformats.org/officeDocument/2006/relationships/font" Target="fonts/font21.fntdata"/><Relationship Id="rId30" Type="http://schemas.openxmlformats.org/officeDocument/2006/relationships/font" Target="fonts/font24.fntdata"/><Relationship Id="rId69" Type="http://schemas.openxmlformats.org/officeDocument/2006/relationships/tableStyles" Target="tableStyles.xml"/><Relationship Id="rId8" Type="http://schemas.openxmlformats.org/officeDocument/2006/relationships/font" Target="fonts/font2.fntdata"/><Relationship Id="rId3" Type="http://schemas.openxmlformats.org/officeDocument/2006/relationships/slide" Target="slides/slide2.xml"/></Relationships>

</file>

<file path=ppt\notesMasters\_rels\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\notesMasters\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Century Gothic"/>
              <a:buChar char="๏"/>
              <a:defRPr sz="14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914400" marR="0" lvl="1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200"/>
              <a:buFont typeface="Century Gothic"/>
              <a:buChar char="&gt;"/>
              <a:defRPr sz="12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1371600" marR="0" lvl="2" indent="-2921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Century Gothic"/>
              <a:buChar char="+"/>
              <a:defRPr sz="10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1828800" marR="0" lvl="3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900"/>
              <a:buFont typeface="Courier New"/>
              <a:buChar char="o"/>
              <a:defRPr sz="9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2286000" marR="0" lvl="4" indent="-2794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Century Gothic"/>
              <a:buChar char="○"/>
              <a:defRPr sz="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2743200" marR="0" lvl="5" indent="-2730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700"/>
              <a:buFont typeface="Century Gothic"/>
              <a:buChar char="○"/>
              <a:defRPr sz="7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3200400" marR="0" lvl="6" indent="-2667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600"/>
              <a:buFont typeface="Century Gothic"/>
              <a:buChar char="○"/>
              <a:defRPr sz="6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3657600" marR="0" lvl="7" indent="-2667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600"/>
              <a:buFont typeface="Century Gothic"/>
              <a:buChar char="○"/>
              <a:defRPr sz="6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4114800" marR="0" lvl="8" indent="-2667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600"/>
              <a:buFont typeface="Century Gothic"/>
              <a:buChar char="○"/>
              <a:defRPr sz="600" b="0" i="0" u="none" strike="noStrike" cap="none">
                <a:solidFill>
                  <a:schemeClr val="accent6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\notesSlides\_rels\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\notesSlides\_rels\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\notesSlides\_rels\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\notesSlides\_rels\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\notesSlides\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g20c3afcc4d7_0_44918:notes"/>
          <p:cNvSpPr txBox="1">
            <a:spLocks noGrp="1"/>
          </p:cNvSpPr>
          <p:nvPr>
            <p:ph type="body" idx="1"/>
          </p:nvPr>
        </p:nvSpPr>
        <p:spPr>
          <a:xfrm>
            <a:off x="679780" y="4689516"/>
            <a:ext cx="5438100" cy="444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08" name="Google Shape;208;g20c3afcc4d7_0_449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03188" y="738188"/>
            <a:ext cx="6591300" cy="3708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\notesSlides\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g3072d353d33_0_186:notes"/>
          <p:cNvSpPr txBox="1">
            <a:spLocks noGrp="1"/>
          </p:cNvSpPr>
          <p:nvPr>
            <p:ph type="body" idx="1"/>
          </p:nvPr>
        </p:nvSpPr>
        <p:spPr>
          <a:xfrm>
            <a:off x="691886" y="4022836"/>
            <a:ext cx="5535000" cy="381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93" name="Google Shape;293;g3072d353d33_0_1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35000" y="635000"/>
            <a:ext cx="5648325" cy="31765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\notesSlides\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g3072d353d33_0_212:notes"/>
          <p:cNvSpPr txBox="1">
            <a:spLocks noGrp="1"/>
          </p:cNvSpPr>
          <p:nvPr>
            <p:ph type="body" idx="1"/>
          </p:nvPr>
        </p:nvSpPr>
        <p:spPr>
          <a:xfrm>
            <a:off x="691886" y="4022836"/>
            <a:ext cx="5535000" cy="381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65" name="Google Shape;365;g3072d353d33_0_2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35000" y="635000"/>
            <a:ext cx="5648325" cy="31765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\notesSlides\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Google Shape;433;g3072d353d33_0_216:notes"/>
          <p:cNvSpPr txBox="1">
            <a:spLocks noGrp="1"/>
          </p:cNvSpPr>
          <p:nvPr>
            <p:ph type="body" idx="1"/>
          </p:nvPr>
        </p:nvSpPr>
        <p:spPr>
          <a:xfrm>
            <a:off x="691886" y="4022836"/>
            <a:ext cx="5535000" cy="381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34" name="Google Shape;434;g3072d353d33_0_2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35000" y="635000"/>
            <a:ext cx="5648325" cy="31765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\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\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6"/>
  </p:notesMasterIdLst>
  <p:sldIdLst>
    <p:sldId id="259" r:id="rId3"/>
    <p:sldId id="260" r:id="rId4"/>
    <p:sldId id="261" r:id="rId5"/>
  </p:sldIdLst>
  <p:sldSz cx="9144000" cy="5143500" type="screen16x9"/>
  <p:notesSz cx="6858000" cy="9144000"/>
  <p:embeddedFontLst>
    <p:embeddedFont>
      <p:font typeface="Arial Black" panose="020B0A04020102020204" pitchFamily="34" charset="0"/>
      <p:regular r:id="rId7"/>
      <p:bold r:id="rId8"/>
    </p:embeddedFont>
    <p:embeddedFont>
      <p:font typeface="Arial Narrow" panose="020B0606020202030204" pitchFamily="34" charset="0"/>
      <p:regular r:id="rId9"/>
      <p:bold r:id="rId10"/>
      <p:italic r:id="rId11"/>
      <p:boldItalic r:id="rId12"/>
    </p:embeddedFont>
    <p:embeddedFont>
      <p:font typeface="Cabin Condensed" panose="020B0604020202020204" charset="0"/>
      <p:regular r:id="rId13"/>
      <p:bold r:id="rId14"/>
    </p:embeddedFont>
    <p:embeddedFont>
      <p:font typeface="Cambria Math" panose="02040503050406030204" pitchFamily="18" charset="0"/>
      <p:regular r:id="rId15"/>
    </p:embeddedFont>
    <p:embeddedFont>
      <p:font typeface="Century Gothic" panose="020B0502020202020204" pitchFamily="34" charset="0"/>
      <p:regular r:id="rId16"/>
      <p:bold r:id="rId17"/>
      <p:italic r:id="rId18"/>
      <p:boldItalic r:id="rId19"/>
    </p:embeddedFont>
    <p:embeddedFont>
      <p:font typeface="Helvetica Neue" panose="020B0604020202020204" charset="0"/>
      <p:regular r:id="rId20"/>
      <p:bold r:id="rId21"/>
      <p:italic r:id="rId22"/>
      <p:boldItalic r:id="rId23"/>
    </p:embeddedFont>
    <p:embeddedFont>
      <p:font typeface="Merriweather Sans" pitchFamily="2" charset="0"/>
      <p:regular r:id="rId24"/>
    </p:embeddedFont>
    <p:embeddedFont>
      <p:font typeface="Montserrat SemiBold" panose="00000700000000000000" pitchFamily="2" charset="0"/>
      <p:regular r:id="rId25"/>
      <p:bold r:id="rId26"/>
      <p:italic r:id="rId27"/>
      <p:boldItalic r:id="rId28"/>
    </p:embeddedFont>
    <p:embeddedFont>
      <p:font typeface="Noto Sans" panose="020B0502040504020204" pitchFamily="34" charset="0"/>
      <p:regular r:id="rId29"/>
    </p:embeddedFont>
    <p:embeddedFont>
      <p:font typeface="Verdana" panose="020B0604030504040204" pitchFamily="34" charset="0"/>
      <p:regular r:id="rId30"/>
      <p:bold r:id="rId31"/>
      <p:italic r:id="rId32"/>
      <p:boldItalic r:id="rId3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>
          <p15:clr>
            <a:srgbClr val="A4A3A4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65" roundtripDataSignature="AMtx7mgQfszD5A94/ayrynOKyuxUTDS1fg=="/>
    </p:ext>
  </p:extLst>
</p:presentation>
</file>

<file path=ppt\slideLayouts\_rels\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\slideLayouts\_rels\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\slideLayouts\_rels\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\slideLayouts\_rels\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_rels\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\slideLayouts\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3_Titre">
  <p:cSld name="3_Titre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oogle Shape;13;g20c3afcc4d7_0_44955"/>
          <p:cNvPicPr preferRelativeResize="0"/>
          <p:nvPr/>
        </p:nvPicPr>
        <p:blipFill rotWithShape="1">
          <a:blip r:embed="rId2">
            <a:alphaModFix/>
          </a:blip>
          <a:srcRect l="25980" t="58090"/>
          <a:stretch/>
        </p:blipFill>
        <p:spPr>
          <a:xfrm>
            <a:off x="0" y="0"/>
            <a:ext cx="4520343" cy="1810442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g20c3afcc4d7_0_44955"/>
          <p:cNvSpPr txBox="1">
            <a:spLocks noGrp="1"/>
          </p:cNvSpPr>
          <p:nvPr>
            <p:ph type="body" idx="1"/>
          </p:nvPr>
        </p:nvSpPr>
        <p:spPr>
          <a:xfrm>
            <a:off x="940499" y="3720191"/>
            <a:ext cx="1109400" cy="1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100"/>
              <a:buNone/>
              <a:defRPr sz="1100" b="0">
                <a:solidFill>
                  <a:srgbClr val="6B7A99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0"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" name="Google Shape;15;g20c3afcc4d7_0_44955"/>
          <p:cNvSpPr txBox="1">
            <a:spLocks noGrp="1"/>
          </p:cNvSpPr>
          <p:nvPr>
            <p:ph type="ctrTitle"/>
          </p:nvPr>
        </p:nvSpPr>
        <p:spPr>
          <a:xfrm>
            <a:off x="940499" y="2053650"/>
            <a:ext cx="7527300" cy="11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00"/>
              <a:buFont typeface="Cabin Condensed"/>
              <a:buNone/>
              <a:defRPr sz="4400" b="0" cap="none">
                <a:solidFill>
                  <a:schemeClr val="dk1"/>
                </a:solidFill>
                <a:latin typeface="Arial Black"/>
                <a:ea typeface="Arial Black"/>
                <a:cs typeface="Arial Black"/>
                <a:sym typeface="Arial Black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6000">
                <a:solidFill>
                  <a:srgbClr val="FFFFFF"/>
                </a:solidFill>
                <a:latin typeface="Cabin Condensed"/>
                <a:ea typeface="Cabin Condensed"/>
                <a:cs typeface="Cabin Condensed"/>
                <a:sym typeface="Cabin Condense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6000">
                <a:solidFill>
                  <a:srgbClr val="FFFFFF"/>
                </a:solidFill>
                <a:latin typeface="Cabin Condensed"/>
                <a:ea typeface="Cabin Condensed"/>
                <a:cs typeface="Cabin Condensed"/>
                <a:sym typeface="Cabin Condense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6000">
                <a:solidFill>
                  <a:srgbClr val="FFFFFF"/>
                </a:solidFill>
                <a:latin typeface="Cabin Condensed"/>
                <a:ea typeface="Cabin Condensed"/>
                <a:cs typeface="Cabin Condensed"/>
                <a:sym typeface="Cabin Condense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6000">
                <a:solidFill>
                  <a:srgbClr val="FFFFFF"/>
                </a:solidFill>
                <a:latin typeface="Cabin Condensed"/>
                <a:ea typeface="Cabin Condensed"/>
                <a:cs typeface="Cabin Condensed"/>
                <a:sym typeface="Cabin Condense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6000">
                <a:solidFill>
                  <a:srgbClr val="FFFFFF"/>
                </a:solidFill>
                <a:latin typeface="Cabin Condensed"/>
                <a:ea typeface="Cabin Condensed"/>
                <a:cs typeface="Cabin Condensed"/>
                <a:sym typeface="Cabin Condense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6000">
                <a:solidFill>
                  <a:srgbClr val="FFFFFF"/>
                </a:solidFill>
                <a:latin typeface="Cabin Condensed"/>
                <a:ea typeface="Cabin Condensed"/>
                <a:cs typeface="Cabin Condensed"/>
                <a:sym typeface="Cabin Condense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6000">
                <a:solidFill>
                  <a:srgbClr val="FFFFFF"/>
                </a:solidFill>
                <a:latin typeface="Cabin Condensed"/>
                <a:ea typeface="Cabin Condensed"/>
                <a:cs typeface="Cabin Condensed"/>
                <a:sym typeface="Cabin Condense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6000">
                <a:solidFill>
                  <a:srgbClr val="FFFFFF"/>
                </a:solidFill>
                <a:latin typeface="Cabin Condensed"/>
                <a:ea typeface="Cabin Condensed"/>
                <a:cs typeface="Cabin Condensed"/>
                <a:sym typeface="Cabin Condensed"/>
              </a:defRPr>
            </a:lvl9pPr>
          </a:lstStyle>
          <a:p>
            <a:endParaRPr/>
          </a:p>
        </p:txBody>
      </p:sp>
      <p:sp>
        <p:nvSpPr>
          <p:cNvPr id="16" name="Google Shape;16;g20c3afcc4d7_0_44955"/>
          <p:cNvSpPr txBox="1">
            <a:spLocks noGrp="1"/>
          </p:cNvSpPr>
          <p:nvPr>
            <p:ph type="body" idx="2"/>
          </p:nvPr>
        </p:nvSpPr>
        <p:spPr>
          <a:xfrm>
            <a:off x="940499" y="3147814"/>
            <a:ext cx="7527300" cy="33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400"/>
              <a:buNone/>
              <a:defRPr sz="2400" b="1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0"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" name="Google Shape;17;g20c3afcc4d7_0_44955"/>
          <p:cNvSpPr/>
          <p:nvPr/>
        </p:nvSpPr>
        <p:spPr>
          <a:xfrm>
            <a:off x="6682750" y="4939025"/>
            <a:ext cx="2335200" cy="2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600"/>
              <a:buFont typeface="Century Gothic"/>
              <a:buNone/>
            </a:pPr>
            <a:r>
              <a:rPr lang="en-US" sz="6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OCTO Part of Accenture © 2022 - All rights reserved</a:t>
            </a:r>
            <a:endParaRPr sz="600" b="0" i="0" u="none" strike="noStrike" cap="none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Ovr>
    <a:masterClrMapping/>
  </p:clrMapOvr>
</p:sldLayout>
</file>

<file path=ppt\slideLayouts\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Disposition personnalisée">
  <p:cSld name="2_Disposition personnalisée 3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g20c3afcc4d7_0_45080"/>
          <p:cNvSpPr txBox="1">
            <a:spLocks noGrp="1"/>
          </p:cNvSpPr>
          <p:nvPr>
            <p:ph type="title"/>
          </p:nvPr>
        </p:nvSpPr>
        <p:spPr>
          <a:xfrm>
            <a:off x="899592" y="194400"/>
            <a:ext cx="7704900" cy="3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g20c3afcc4d7_0_45080"/>
          <p:cNvSpPr txBox="1">
            <a:spLocks noGrp="1"/>
          </p:cNvSpPr>
          <p:nvPr>
            <p:ph type="body" idx="1"/>
          </p:nvPr>
        </p:nvSpPr>
        <p:spPr>
          <a:xfrm>
            <a:off x="900385" y="612000"/>
            <a:ext cx="77040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 i="0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0"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1" name="Google Shape;51;g20c3afcc4d7_0_45080"/>
          <p:cNvSpPr txBox="1">
            <a:spLocks noGrp="1"/>
          </p:cNvSpPr>
          <p:nvPr>
            <p:ph type="body" idx="2"/>
          </p:nvPr>
        </p:nvSpPr>
        <p:spPr>
          <a:xfrm>
            <a:off x="899592" y="1131589"/>
            <a:ext cx="7704900" cy="371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Char char="ʘ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∙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o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\slideLayouts\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Disposition personnalisée">
  <p:cSld name="3_Disposition personnalisée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20c3afcc4d7_0_44950"/>
          <p:cNvSpPr txBox="1">
            <a:spLocks noGrp="1"/>
          </p:cNvSpPr>
          <p:nvPr>
            <p:ph type="body" idx="1"/>
          </p:nvPr>
        </p:nvSpPr>
        <p:spPr>
          <a:xfrm>
            <a:off x="900113" y="1131888"/>
            <a:ext cx="3600600" cy="37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400"/>
              <a:buChar char="ʘ"/>
              <a:defRPr sz="1400"/>
            </a:lvl1pPr>
            <a:lvl2pPr marL="914400" lvl="1" indent="-30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Char char="∙"/>
              <a:defRPr sz="1200"/>
            </a:lvl2pPr>
            <a:lvl3pPr marL="1371600" lvl="2" indent="-2984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100"/>
              <a:buChar char="o"/>
              <a:defRPr sz="1100"/>
            </a:lvl3pPr>
            <a:lvl4pPr marL="1828800" lvl="3" indent="-29527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050"/>
              <a:buChar char="•"/>
              <a:defRPr sz="1050"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1" name="Google Shape;61;g20c3afcc4d7_0_44950"/>
          <p:cNvSpPr txBox="1">
            <a:spLocks noGrp="1"/>
          </p:cNvSpPr>
          <p:nvPr>
            <p:ph type="body" idx="2"/>
          </p:nvPr>
        </p:nvSpPr>
        <p:spPr>
          <a:xfrm>
            <a:off x="4716463" y="1131888"/>
            <a:ext cx="3887700" cy="37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400"/>
              <a:buChar char="ʘ"/>
              <a:defRPr sz="1400"/>
            </a:lvl1pPr>
            <a:lvl2pPr marL="914400" lvl="1" indent="-30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Char char="∙"/>
              <a:defRPr sz="1200"/>
            </a:lvl2pPr>
            <a:lvl3pPr marL="1371600" lvl="2" indent="-2984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100"/>
              <a:buChar char="o"/>
              <a:defRPr sz="1100"/>
            </a:lvl3pPr>
            <a:lvl4pPr marL="1828800" lvl="3" indent="-29527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050"/>
              <a:buChar char="•"/>
              <a:defRPr sz="1050"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2" name="Google Shape;62;g20c3afcc4d7_0_44950"/>
          <p:cNvSpPr txBox="1">
            <a:spLocks noGrp="1"/>
          </p:cNvSpPr>
          <p:nvPr>
            <p:ph type="title"/>
          </p:nvPr>
        </p:nvSpPr>
        <p:spPr>
          <a:xfrm>
            <a:off x="899592" y="194400"/>
            <a:ext cx="7704900" cy="3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g20c3afcc4d7_0_44950"/>
          <p:cNvSpPr txBox="1">
            <a:spLocks noGrp="1"/>
          </p:cNvSpPr>
          <p:nvPr>
            <p:ph type="body" idx="3"/>
          </p:nvPr>
        </p:nvSpPr>
        <p:spPr>
          <a:xfrm>
            <a:off x="900385" y="612000"/>
            <a:ext cx="77040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 i="0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0"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\slideLayouts\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Sommaire">
  <p:cSld name="1_Sommaire 4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20c3afcc4d7_0_44981"/>
          <p:cNvSpPr/>
          <p:nvPr/>
        </p:nvSpPr>
        <p:spPr>
          <a:xfrm>
            <a:off x="0" y="51470"/>
            <a:ext cx="1638900" cy="12756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chemeClr val="lt1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grpSp>
        <p:nvGrpSpPr>
          <p:cNvPr id="66" name="Google Shape;66;g20c3afcc4d7_0_44981"/>
          <p:cNvGrpSpPr/>
          <p:nvPr/>
        </p:nvGrpSpPr>
        <p:grpSpPr>
          <a:xfrm>
            <a:off x="0" y="0"/>
            <a:ext cx="4484971" cy="1810443"/>
            <a:chOff x="0" y="0"/>
            <a:chExt cx="4484971" cy="1810443"/>
          </a:xfrm>
        </p:grpSpPr>
        <p:sp>
          <p:nvSpPr>
            <p:cNvPr id="67" name="Google Shape;67;g20c3afcc4d7_0_44981"/>
            <p:cNvSpPr/>
            <p:nvPr/>
          </p:nvSpPr>
          <p:spPr>
            <a:xfrm>
              <a:off x="1602349" y="60108"/>
              <a:ext cx="925218" cy="821577"/>
            </a:xfrm>
            <a:custGeom>
              <a:avLst/>
              <a:gdLst/>
              <a:ahLst/>
              <a:cxnLst/>
              <a:rect l="l" t="t" r="r" b="b"/>
              <a:pathLst>
                <a:path w="43" h="37" extrusionOk="0">
                  <a:moveTo>
                    <a:pt x="10" y="11"/>
                  </a:moveTo>
                  <a:cubicBezTo>
                    <a:pt x="10" y="11"/>
                    <a:pt x="10" y="11"/>
                    <a:pt x="10" y="11"/>
                  </a:cubicBezTo>
                  <a:cubicBezTo>
                    <a:pt x="7" y="16"/>
                    <a:pt x="4" y="21"/>
                    <a:pt x="0" y="25"/>
                  </a:cubicBezTo>
                  <a:cubicBezTo>
                    <a:pt x="9" y="32"/>
                    <a:pt x="20" y="36"/>
                    <a:pt x="33" y="37"/>
                  </a:cubicBezTo>
                  <a:cubicBezTo>
                    <a:pt x="35" y="33"/>
                    <a:pt x="37" y="30"/>
                    <a:pt x="39" y="26"/>
                  </a:cubicBezTo>
                  <a:cubicBezTo>
                    <a:pt x="39" y="26"/>
                    <a:pt x="39" y="26"/>
                    <a:pt x="39" y="26"/>
                  </a:cubicBezTo>
                  <a:cubicBezTo>
                    <a:pt x="43" y="18"/>
                    <a:pt x="40" y="9"/>
                    <a:pt x="33" y="5"/>
                  </a:cubicBezTo>
                  <a:cubicBezTo>
                    <a:pt x="25" y="0"/>
                    <a:pt x="15" y="3"/>
                    <a:pt x="10" y="11"/>
                  </a:cubicBezTo>
                  <a:close/>
                </a:path>
              </a:pathLst>
            </a:custGeom>
            <a:solidFill>
              <a:srgbClr val="EAEAEA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E2356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68" name="Google Shape;68;g20c3afcc4d7_0_44981"/>
            <p:cNvSpPr/>
            <p:nvPr/>
          </p:nvSpPr>
          <p:spPr>
            <a:xfrm>
              <a:off x="214337" y="0"/>
              <a:ext cx="4270634" cy="1810442"/>
            </a:xfrm>
            <a:custGeom>
              <a:avLst/>
              <a:gdLst/>
              <a:ahLst/>
              <a:cxnLst/>
              <a:rect l="l" t="t" r="r" b="b"/>
              <a:pathLst>
                <a:path w="4270634" h="1810442" extrusionOk="0">
                  <a:moveTo>
                    <a:pt x="0" y="0"/>
                  </a:moveTo>
                  <a:lnTo>
                    <a:pt x="756829" y="0"/>
                  </a:lnTo>
                  <a:lnTo>
                    <a:pt x="770052" y="52577"/>
                  </a:lnTo>
                  <a:cubicBezTo>
                    <a:pt x="949731" y="643453"/>
                    <a:pt x="1490362" y="1081139"/>
                    <a:pt x="2146209" y="1081139"/>
                  </a:cubicBezTo>
                  <a:cubicBezTo>
                    <a:pt x="2784331" y="1081139"/>
                    <a:pt x="3321638" y="643453"/>
                    <a:pt x="3500694" y="52577"/>
                  </a:cubicBezTo>
                  <a:lnTo>
                    <a:pt x="3513879" y="0"/>
                  </a:lnTo>
                  <a:lnTo>
                    <a:pt x="4270634" y="0"/>
                  </a:lnTo>
                  <a:lnTo>
                    <a:pt x="4261521" y="59181"/>
                  </a:lnTo>
                  <a:cubicBezTo>
                    <a:pt x="4057506" y="1049024"/>
                    <a:pt x="3177021" y="1810442"/>
                    <a:pt x="2146209" y="1810442"/>
                  </a:cubicBezTo>
                  <a:cubicBezTo>
                    <a:pt x="1096308" y="1810442"/>
                    <a:pt x="213437" y="1049024"/>
                    <a:pt x="9124" y="59181"/>
                  </a:cubicBezTo>
                  <a:close/>
                </a:path>
              </a:pathLst>
            </a:custGeom>
            <a:solidFill>
              <a:srgbClr val="EAEAEA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E2356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69" name="Google Shape;69;g20c3afcc4d7_0_44981"/>
            <p:cNvSpPr/>
            <p:nvPr/>
          </p:nvSpPr>
          <p:spPr>
            <a:xfrm>
              <a:off x="0" y="962234"/>
              <a:ext cx="1203597" cy="848209"/>
            </a:xfrm>
            <a:custGeom>
              <a:avLst/>
              <a:gdLst/>
              <a:ahLst/>
              <a:cxnLst/>
              <a:rect l="l" t="t" r="r" b="b"/>
              <a:pathLst>
                <a:path w="1203597" h="848209" extrusionOk="0">
                  <a:moveTo>
                    <a:pt x="0" y="0"/>
                  </a:moveTo>
                  <a:lnTo>
                    <a:pt x="45384" y="22001"/>
                  </a:lnTo>
                  <a:cubicBezTo>
                    <a:pt x="183532" y="76330"/>
                    <a:pt x="331783" y="109928"/>
                    <a:pt x="486312" y="118906"/>
                  </a:cubicBezTo>
                  <a:cubicBezTo>
                    <a:pt x="681935" y="362007"/>
                    <a:pt x="921030" y="583008"/>
                    <a:pt x="1203597" y="737709"/>
                  </a:cubicBezTo>
                  <a:cubicBezTo>
                    <a:pt x="986238" y="804009"/>
                    <a:pt x="768879" y="848209"/>
                    <a:pt x="551520" y="848209"/>
                  </a:cubicBezTo>
                  <a:cubicBezTo>
                    <a:pt x="420765" y="848209"/>
                    <a:pt x="292870" y="836312"/>
                    <a:pt x="168774" y="813559"/>
                  </a:cubicBezTo>
                  <a:lnTo>
                    <a:pt x="0" y="774730"/>
                  </a:lnTo>
                  <a:close/>
                </a:path>
              </a:pathLst>
            </a:custGeom>
            <a:solidFill>
              <a:srgbClr val="EAEAEA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E2356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sp>
        <p:nvSpPr>
          <p:cNvPr id="70" name="Google Shape;70;g20c3afcc4d7_0_44981"/>
          <p:cNvSpPr txBox="1">
            <a:spLocks noGrp="1"/>
          </p:cNvSpPr>
          <p:nvPr>
            <p:ph type="body" idx="1"/>
          </p:nvPr>
        </p:nvSpPr>
        <p:spPr>
          <a:xfrm>
            <a:off x="1249770" y="616575"/>
            <a:ext cx="6346500" cy="54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marR="0" lvl="0" indent="-22860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 b="0" i="0" u="none" strike="noStrike" cap="none">
                <a:solidFill>
                  <a:srgbClr val="0E2356"/>
                </a:solidFill>
                <a:latin typeface="Arial Narrow"/>
                <a:ea typeface="Arial Narrow"/>
                <a:cs typeface="Arial Narrow"/>
                <a:sym typeface="Arial Narrow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∙"/>
              <a:defRPr/>
            </a:lvl2pPr>
            <a:lvl3pPr marL="1371600" lvl="2" indent="-330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Char char="o"/>
              <a:defRPr/>
            </a:lvl3pPr>
            <a:lvl4pPr marL="1828800" lvl="3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g20c3afcc4d7_0_44981"/>
          <p:cNvSpPr txBox="1">
            <a:spLocks noGrp="1"/>
          </p:cNvSpPr>
          <p:nvPr>
            <p:ph type="body" idx="2"/>
          </p:nvPr>
        </p:nvSpPr>
        <p:spPr>
          <a:xfrm>
            <a:off x="1249770" y="1317080"/>
            <a:ext cx="6346500" cy="54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marR="0" lvl="0" indent="-22860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 b="0" i="0" u="none" strike="noStrike" cap="none">
                <a:solidFill>
                  <a:srgbClr val="0E2356"/>
                </a:solidFill>
                <a:latin typeface="Arial Narrow"/>
                <a:ea typeface="Arial Narrow"/>
                <a:cs typeface="Arial Narrow"/>
                <a:sym typeface="Arial Narrow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∙"/>
              <a:defRPr/>
            </a:lvl2pPr>
            <a:lvl3pPr marL="1371600" lvl="2" indent="-330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Char char="o"/>
              <a:defRPr/>
            </a:lvl3pPr>
            <a:lvl4pPr marL="1828800" lvl="3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2" name="Google Shape;72;g20c3afcc4d7_0_44981"/>
          <p:cNvSpPr txBox="1">
            <a:spLocks noGrp="1"/>
          </p:cNvSpPr>
          <p:nvPr>
            <p:ph type="body" idx="3"/>
          </p:nvPr>
        </p:nvSpPr>
        <p:spPr>
          <a:xfrm>
            <a:off x="1249770" y="2017585"/>
            <a:ext cx="6346500" cy="54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marR="0" lvl="0" indent="-22860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 b="0" i="0" u="none" strike="noStrike" cap="none">
                <a:solidFill>
                  <a:srgbClr val="0E2356"/>
                </a:solidFill>
                <a:latin typeface="Arial Narrow"/>
                <a:ea typeface="Arial Narrow"/>
                <a:cs typeface="Arial Narrow"/>
                <a:sym typeface="Arial Narrow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∙"/>
              <a:defRPr/>
            </a:lvl2pPr>
            <a:lvl3pPr marL="1371600" lvl="2" indent="-330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Char char="o"/>
              <a:defRPr/>
            </a:lvl3pPr>
            <a:lvl4pPr marL="1828800" lvl="3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3" name="Google Shape;73;g20c3afcc4d7_0_44981"/>
          <p:cNvSpPr txBox="1">
            <a:spLocks noGrp="1"/>
          </p:cNvSpPr>
          <p:nvPr>
            <p:ph type="body" idx="4"/>
          </p:nvPr>
        </p:nvSpPr>
        <p:spPr>
          <a:xfrm>
            <a:off x="1249770" y="2718090"/>
            <a:ext cx="6346500" cy="54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marR="0" lvl="0" indent="-22860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 b="0" i="0" u="none" strike="noStrike" cap="none">
                <a:solidFill>
                  <a:srgbClr val="0E2356"/>
                </a:solidFill>
                <a:latin typeface="Arial Narrow"/>
                <a:ea typeface="Arial Narrow"/>
                <a:cs typeface="Arial Narrow"/>
                <a:sym typeface="Arial Narrow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∙"/>
              <a:defRPr/>
            </a:lvl2pPr>
            <a:lvl3pPr marL="1371600" lvl="2" indent="-330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Char char="o"/>
              <a:defRPr/>
            </a:lvl3pPr>
            <a:lvl4pPr marL="1828800" lvl="3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4" name="Google Shape;74;g20c3afcc4d7_0_44981"/>
          <p:cNvSpPr txBox="1">
            <a:spLocks noGrp="1"/>
          </p:cNvSpPr>
          <p:nvPr>
            <p:ph type="body" idx="5"/>
          </p:nvPr>
        </p:nvSpPr>
        <p:spPr>
          <a:xfrm>
            <a:off x="1249770" y="3418595"/>
            <a:ext cx="6346500" cy="54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marR="0" lvl="0" indent="-22860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 b="0" i="0" u="none" strike="noStrike" cap="none">
                <a:solidFill>
                  <a:srgbClr val="0E2356"/>
                </a:solidFill>
                <a:latin typeface="Arial Narrow"/>
                <a:ea typeface="Arial Narrow"/>
                <a:cs typeface="Arial Narrow"/>
                <a:sym typeface="Arial Narrow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∙"/>
              <a:defRPr/>
            </a:lvl2pPr>
            <a:lvl3pPr marL="1371600" lvl="2" indent="-330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Char char="o"/>
              <a:defRPr/>
            </a:lvl3pPr>
            <a:lvl4pPr marL="1828800" lvl="3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g20c3afcc4d7_0_44981"/>
          <p:cNvSpPr txBox="1">
            <a:spLocks noGrp="1"/>
          </p:cNvSpPr>
          <p:nvPr>
            <p:ph type="body" idx="6"/>
          </p:nvPr>
        </p:nvSpPr>
        <p:spPr>
          <a:xfrm>
            <a:off x="1249770" y="4119099"/>
            <a:ext cx="6346500" cy="54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marR="0" lvl="0" indent="-22860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 b="0" i="0" u="none" strike="noStrike" cap="none">
                <a:solidFill>
                  <a:srgbClr val="0E2356"/>
                </a:solidFill>
                <a:latin typeface="Arial Narrow"/>
                <a:ea typeface="Arial Narrow"/>
                <a:cs typeface="Arial Narrow"/>
                <a:sym typeface="Arial Narrow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∙"/>
              <a:defRPr/>
            </a:lvl2pPr>
            <a:lvl3pPr marL="1371600" lvl="2" indent="-330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Char char="o"/>
              <a:defRPr/>
            </a:lvl3pPr>
            <a:lvl4pPr marL="1828800" lvl="3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6" name="Google Shape;76;g20c3afcc4d7_0_44981"/>
          <p:cNvSpPr txBox="1">
            <a:spLocks noGrp="1"/>
          </p:cNvSpPr>
          <p:nvPr>
            <p:ph type="body" idx="7"/>
          </p:nvPr>
        </p:nvSpPr>
        <p:spPr>
          <a:xfrm>
            <a:off x="539552" y="616504"/>
            <a:ext cx="509100" cy="50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2000" tIns="0" rIns="72000" bIns="0" anchor="ctr" anchorCtr="0">
            <a:noAutofit/>
          </a:bodyPr>
          <a:lstStyle>
            <a:lvl1pPr marL="457200" marR="0" lvl="0" indent="-2286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800" b="1" i="0" u="none" strike="noStrike" cap="none">
                <a:solidFill>
                  <a:schemeClr val="accent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200" b="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200" b="0">
                <a:solidFill>
                  <a:schemeClr val="lt1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 sz="1200" b="0">
                <a:solidFill>
                  <a:schemeClr val="lt1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200" b="0"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g20c3afcc4d7_0_44981"/>
          <p:cNvSpPr txBox="1">
            <a:spLocks noGrp="1"/>
          </p:cNvSpPr>
          <p:nvPr>
            <p:ph type="body" idx="8"/>
          </p:nvPr>
        </p:nvSpPr>
        <p:spPr>
          <a:xfrm>
            <a:off x="539552" y="1317009"/>
            <a:ext cx="509100" cy="50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2000" tIns="0" rIns="72000" bIns="0" anchor="ctr" anchorCtr="0">
            <a:noAutofit/>
          </a:bodyPr>
          <a:lstStyle>
            <a:lvl1pPr marL="457200" marR="0" lvl="0" indent="-2286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800" b="1" i="0" u="none" strike="noStrike" cap="none">
                <a:solidFill>
                  <a:schemeClr val="lt2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200" b="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200" b="0">
                <a:solidFill>
                  <a:schemeClr val="lt1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 sz="1200" b="0">
                <a:solidFill>
                  <a:schemeClr val="lt1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200" b="0"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8" name="Google Shape;78;g20c3afcc4d7_0_44981"/>
          <p:cNvSpPr txBox="1">
            <a:spLocks noGrp="1"/>
          </p:cNvSpPr>
          <p:nvPr>
            <p:ph type="body" idx="9"/>
          </p:nvPr>
        </p:nvSpPr>
        <p:spPr>
          <a:xfrm>
            <a:off x="539552" y="2017514"/>
            <a:ext cx="509100" cy="50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2000" tIns="0" rIns="72000" bIns="0" anchor="ctr" anchorCtr="0">
            <a:noAutofit/>
          </a:bodyPr>
          <a:lstStyle>
            <a:lvl1pPr marL="457200" marR="0" lvl="0" indent="-2286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800" b="1" i="0" u="none" strike="noStrike" cap="none">
                <a:solidFill>
                  <a:schemeClr val="accent2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200" b="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200" b="0">
                <a:solidFill>
                  <a:schemeClr val="lt1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 sz="1200" b="0">
                <a:solidFill>
                  <a:schemeClr val="lt1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200" b="0"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9" name="Google Shape;79;g20c3afcc4d7_0_44981"/>
          <p:cNvSpPr txBox="1">
            <a:spLocks noGrp="1"/>
          </p:cNvSpPr>
          <p:nvPr>
            <p:ph type="body" idx="13"/>
          </p:nvPr>
        </p:nvSpPr>
        <p:spPr>
          <a:xfrm>
            <a:off x="539552" y="2718019"/>
            <a:ext cx="509100" cy="50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2000" tIns="0" rIns="72000" bIns="0" anchor="ctr" anchorCtr="0">
            <a:noAutofit/>
          </a:bodyPr>
          <a:lstStyle>
            <a:lvl1pPr marL="457200" marR="0" lvl="0" indent="-2286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800" b="1" i="0" u="none" strike="noStrike" cap="none">
                <a:solidFill>
                  <a:schemeClr val="accent3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200" b="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200" b="0">
                <a:solidFill>
                  <a:schemeClr val="lt1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 sz="1200" b="0">
                <a:solidFill>
                  <a:schemeClr val="lt1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200" b="0"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0" name="Google Shape;80;g20c3afcc4d7_0_44981"/>
          <p:cNvSpPr txBox="1">
            <a:spLocks noGrp="1"/>
          </p:cNvSpPr>
          <p:nvPr>
            <p:ph type="body" idx="14"/>
          </p:nvPr>
        </p:nvSpPr>
        <p:spPr>
          <a:xfrm>
            <a:off x="539552" y="3418524"/>
            <a:ext cx="509100" cy="50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2000" tIns="0" rIns="72000" bIns="0" anchor="ctr" anchorCtr="0">
            <a:noAutofit/>
          </a:bodyPr>
          <a:lstStyle>
            <a:lvl1pPr marL="457200" marR="0" lvl="0" indent="-2286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800" b="1" i="0" u="none" strike="noStrike" cap="none">
                <a:solidFill>
                  <a:schemeClr val="accent4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200" b="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200" b="0">
                <a:solidFill>
                  <a:schemeClr val="lt1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 sz="1200" b="0">
                <a:solidFill>
                  <a:schemeClr val="lt1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200" b="0"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g20c3afcc4d7_0_44981"/>
          <p:cNvSpPr txBox="1">
            <a:spLocks noGrp="1"/>
          </p:cNvSpPr>
          <p:nvPr>
            <p:ph type="body" idx="15"/>
          </p:nvPr>
        </p:nvSpPr>
        <p:spPr>
          <a:xfrm>
            <a:off x="539552" y="4119028"/>
            <a:ext cx="509100" cy="50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2000" tIns="0" rIns="72000" bIns="0" anchor="ctr" anchorCtr="0">
            <a:noAutofit/>
          </a:bodyPr>
          <a:lstStyle>
            <a:lvl1pPr marL="457200" marR="0" lvl="0" indent="-2286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800" b="1" i="0" u="none" strike="noStrike" cap="none">
                <a:solidFill>
                  <a:schemeClr val="accent6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200" b="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200" b="0">
                <a:solidFill>
                  <a:schemeClr val="lt1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 sz="1200" b="0">
                <a:solidFill>
                  <a:schemeClr val="lt1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200" b="0"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\slideLayouts\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_Titre 1">
  <p:cSld name="1_Titre 2_1"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" name="Google Shape;83;g20c3afcc4d7_0_45024"/>
          <p:cNvPicPr preferRelativeResize="0"/>
          <p:nvPr/>
        </p:nvPicPr>
        <p:blipFill rotWithShape="1">
          <a:blip r:embed="rId2">
            <a:alphaModFix/>
          </a:blip>
          <a:srcRect r="16359" b="16631"/>
          <a:stretch/>
        </p:blipFill>
        <p:spPr>
          <a:xfrm>
            <a:off x="4498128" y="1877775"/>
            <a:ext cx="4645872" cy="3265726"/>
          </a:xfrm>
          <a:prstGeom prst="rect">
            <a:avLst/>
          </a:prstGeom>
          <a:solidFill>
            <a:srgbClr val="A5A5A5"/>
          </a:solidFill>
          <a:ln>
            <a:noFill/>
          </a:ln>
        </p:spPr>
      </p:pic>
      <p:sp>
        <p:nvSpPr>
          <p:cNvPr id="84" name="Google Shape;84;g20c3afcc4d7_0_45024"/>
          <p:cNvSpPr txBox="1">
            <a:spLocks noGrp="1"/>
          </p:cNvSpPr>
          <p:nvPr>
            <p:ph type="ctrTitle"/>
          </p:nvPr>
        </p:nvSpPr>
        <p:spPr>
          <a:xfrm>
            <a:off x="1221112" y="1779662"/>
            <a:ext cx="7527300" cy="11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00"/>
              <a:buFont typeface="Cabin Condensed"/>
              <a:buNone/>
              <a:defRPr sz="4400" b="0" cap="none">
                <a:solidFill>
                  <a:schemeClr val="dk1"/>
                </a:solidFill>
                <a:latin typeface="Arial Black"/>
                <a:ea typeface="Arial Black"/>
                <a:cs typeface="Arial Black"/>
                <a:sym typeface="Arial Black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6000">
                <a:solidFill>
                  <a:srgbClr val="FFFFFF"/>
                </a:solidFill>
                <a:latin typeface="Cabin Condensed"/>
                <a:ea typeface="Cabin Condensed"/>
                <a:cs typeface="Cabin Condensed"/>
                <a:sym typeface="Cabin Condense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6000">
                <a:solidFill>
                  <a:srgbClr val="FFFFFF"/>
                </a:solidFill>
                <a:latin typeface="Cabin Condensed"/>
                <a:ea typeface="Cabin Condensed"/>
                <a:cs typeface="Cabin Condensed"/>
                <a:sym typeface="Cabin Condense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6000">
                <a:solidFill>
                  <a:srgbClr val="FFFFFF"/>
                </a:solidFill>
                <a:latin typeface="Cabin Condensed"/>
                <a:ea typeface="Cabin Condensed"/>
                <a:cs typeface="Cabin Condensed"/>
                <a:sym typeface="Cabin Condense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6000">
                <a:solidFill>
                  <a:srgbClr val="FFFFFF"/>
                </a:solidFill>
                <a:latin typeface="Cabin Condensed"/>
                <a:ea typeface="Cabin Condensed"/>
                <a:cs typeface="Cabin Condensed"/>
                <a:sym typeface="Cabin Condense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6000">
                <a:solidFill>
                  <a:srgbClr val="FFFFFF"/>
                </a:solidFill>
                <a:latin typeface="Cabin Condensed"/>
                <a:ea typeface="Cabin Condensed"/>
                <a:cs typeface="Cabin Condensed"/>
                <a:sym typeface="Cabin Condense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6000">
                <a:solidFill>
                  <a:srgbClr val="FFFFFF"/>
                </a:solidFill>
                <a:latin typeface="Cabin Condensed"/>
                <a:ea typeface="Cabin Condensed"/>
                <a:cs typeface="Cabin Condensed"/>
                <a:sym typeface="Cabin Condense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6000">
                <a:solidFill>
                  <a:srgbClr val="FFFFFF"/>
                </a:solidFill>
                <a:latin typeface="Cabin Condensed"/>
                <a:ea typeface="Cabin Condensed"/>
                <a:cs typeface="Cabin Condensed"/>
                <a:sym typeface="Cabin Condense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6000">
                <a:solidFill>
                  <a:srgbClr val="FFFFFF"/>
                </a:solidFill>
                <a:latin typeface="Cabin Condensed"/>
                <a:ea typeface="Cabin Condensed"/>
                <a:cs typeface="Cabin Condensed"/>
                <a:sym typeface="Cabin Condensed"/>
              </a:defRPr>
            </a:lvl9pPr>
          </a:lstStyle>
          <a:p>
            <a:endParaRPr/>
          </a:p>
        </p:txBody>
      </p:sp>
      <p:sp>
        <p:nvSpPr>
          <p:cNvPr id="85" name="Google Shape;85;g20c3afcc4d7_0_45024"/>
          <p:cNvSpPr txBox="1">
            <a:spLocks noGrp="1"/>
          </p:cNvSpPr>
          <p:nvPr>
            <p:ph type="body" idx="1"/>
          </p:nvPr>
        </p:nvSpPr>
        <p:spPr>
          <a:xfrm>
            <a:off x="1221112" y="2979616"/>
            <a:ext cx="7527300" cy="33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400"/>
              <a:buNone/>
              <a:defRPr sz="2400" b="1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0"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6" name="Google Shape;86;g20c3afcc4d7_0_45024"/>
          <p:cNvSpPr txBox="1">
            <a:spLocks noGrp="1"/>
          </p:cNvSpPr>
          <p:nvPr>
            <p:ph type="body" idx="2"/>
          </p:nvPr>
        </p:nvSpPr>
        <p:spPr>
          <a:xfrm>
            <a:off x="488234" y="4670222"/>
            <a:ext cx="1109400" cy="1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100"/>
              <a:buNone/>
              <a:defRPr sz="1100" b="0">
                <a:solidFill>
                  <a:srgbClr val="6B7A99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0"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7" name="Google Shape;87;g20c3afcc4d7_0_45024"/>
          <p:cNvSpPr/>
          <p:nvPr/>
        </p:nvSpPr>
        <p:spPr>
          <a:xfrm>
            <a:off x="345323" y="4703468"/>
            <a:ext cx="72000" cy="72000"/>
          </a:xfrm>
          <a:prstGeom prst="ellipse">
            <a:avLst/>
          </a:prstGeom>
          <a:solidFill>
            <a:srgbClr val="0E235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chemeClr val="lt1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pic>
        <p:nvPicPr>
          <p:cNvPr id="88" name="Google Shape;88;g20c3afcc4d7_0_4502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93760" y="4595587"/>
            <a:ext cx="1725231" cy="28776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89" name="Google Shape;89;g20c3afcc4d7_0_45024"/>
          <p:cNvGrpSpPr/>
          <p:nvPr/>
        </p:nvGrpSpPr>
        <p:grpSpPr>
          <a:xfrm>
            <a:off x="288928" y="438164"/>
            <a:ext cx="3420016" cy="369646"/>
            <a:chOff x="288926" y="438151"/>
            <a:chExt cx="4284661" cy="444500"/>
          </a:xfrm>
        </p:grpSpPr>
        <p:sp>
          <p:nvSpPr>
            <p:cNvPr id="90" name="Google Shape;90;g20c3afcc4d7_0_45024"/>
            <p:cNvSpPr/>
            <p:nvPr/>
          </p:nvSpPr>
          <p:spPr>
            <a:xfrm>
              <a:off x="1450975" y="541338"/>
              <a:ext cx="377825" cy="282575"/>
            </a:xfrm>
            <a:custGeom>
              <a:avLst/>
              <a:gdLst/>
              <a:ahLst/>
              <a:cxnLst/>
              <a:rect l="l" t="t" r="r" b="b"/>
              <a:pathLst>
                <a:path w="194" h="144" extrusionOk="0">
                  <a:moveTo>
                    <a:pt x="180" y="144"/>
                  </a:moveTo>
                  <a:cubicBezTo>
                    <a:pt x="180" y="59"/>
                    <a:pt x="180" y="59"/>
                    <a:pt x="180" y="59"/>
                  </a:cubicBezTo>
                  <a:cubicBezTo>
                    <a:pt x="180" y="28"/>
                    <a:pt x="168" y="13"/>
                    <a:pt x="144" y="13"/>
                  </a:cubicBezTo>
                  <a:cubicBezTo>
                    <a:pt x="121" y="13"/>
                    <a:pt x="104" y="29"/>
                    <a:pt x="104" y="60"/>
                  </a:cubicBezTo>
                  <a:cubicBezTo>
                    <a:pt x="104" y="144"/>
                    <a:pt x="104" y="144"/>
                    <a:pt x="104" y="144"/>
                  </a:cubicBezTo>
                  <a:cubicBezTo>
                    <a:pt x="90" y="144"/>
                    <a:pt x="90" y="144"/>
                    <a:pt x="90" y="144"/>
                  </a:cubicBezTo>
                  <a:cubicBezTo>
                    <a:pt x="90" y="54"/>
                    <a:pt x="90" y="54"/>
                    <a:pt x="90" y="54"/>
                  </a:cubicBezTo>
                  <a:cubicBezTo>
                    <a:pt x="90" y="28"/>
                    <a:pt x="76" y="13"/>
                    <a:pt x="53" y="13"/>
                  </a:cubicBezTo>
                  <a:cubicBezTo>
                    <a:pt x="32" y="13"/>
                    <a:pt x="14" y="31"/>
                    <a:pt x="14" y="59"/>
                  </a:cubicBezTo>
                  <a:cubicBezTo>
                    <a:pt x="14" y="144"/>
                    <a:pt x="14" y="144"/>
                    <a:pt x="14" y="144"/>
                  </a:cubicBezTo>
                  <a:cubicBezTo>
                    <a:pt x="0" y="144"/>
                    <a:pt x="0" y="144"/>
                    <a:pt x="0" y="144"/>
                  </a:cubicBezTo>
                  <a:cubicBezTo>
                    <a:pt x="0" y="4"/>
                    <a:pt x="0" y="4"/>
                    <a:pt x="0" y="4"/>
                  </a:cubicBezTo>
                  <a:cubicBezTo>
                    <a:pt x="14" y="4"/>
                    <a:pt x="14" y="4"/>
                    <a:pt x="14" y="4"/>
                  </a:cubicBezTo>
                  <a:cubicBezTo>
                    <a:pt x="14" y="26"/>
                    <a:pt x="14" y="26"/>
                    <a:pt x="14" y="26"/>
                  </a:cubicBezTo>
                  <a:cubicBezTo>
                    <a:pt x="19" y="13"/>
                    <a:pt x="35" y="0"/>
                    <a:pt x="55" y="0"/>
                  </a:cubicBezTo>
                  <a:cubicBezTo>
                    <a:pt x="77" y="0"/>
                    <a:pt x="93" y="12"/>
                    <a:pt x="99" y="28"/>
                  </a:cubicBezTo>
                  <a:cubicBezTo>
                    <a:pt x="107" y="10"/>
                    <a:pt x="125" y="0"/>
                    <a:pt x="145" y="0"/>
                  </a:cubicBezTo>
                  <a:cubicBezTo>
                    <a:pt x="176" y="0"/>
                    <a:pt x="194" y="23"/>
                    <a:pt x="194" y="54"/>
                  </a:cubicBezTo>
                  <a:cubicBezTo>
                    <a:pt x="194" y="144"/>
                    <a:pt x="194" y="144"/>
                    <a:pt x="194" y="144"/>
                  </a:cubicBezTo>
                  <a:lnTo>
                    <a:pt x="180" y="144"/>
                  </a:lnTo>
                  <a:close/>
                </a:path>
              </a:pathLst>
            </a:custGeom>
            <a:solidFill>
              <a:srgbClr val="0E2356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E2356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91" name="Google Shape;91;g20c3afcc4d7_0_45024"/>
            <p:cNvSpPr/>
            <p:nvPr/>
          </p:nvSpPr>
          <p:spPr>
            <a:xfrm>
              <a:off x="1889125" y="541338"/>
              <a:ext cx="374650" cy="282575"/>
            </a:xfrm>
            <a:custGeom>
              <a:avLst/>
              <a:gdLst/>
              <a:ahLst/>
              <a:cxnLst/>
              <a:rect l="l" t="t" r="r" b="b"/>
              <a:pathLst>
                <a:path w="193" h="144" extrusionOk="0">
                  <a:moveTo>
                    <a:pt x="180" y="144"/>
                  </a:moveTo>
                  <a:cubicBezTo>
                    <a:pt x="180" y="59"/>
                    <a:pt x="180" y="59"/>
                    <a:pt x="180" y="59"/>
                  </a:cubicBezTo>
                  <a:cubicBezTo>
                    <a:pt x="180" y="28"/>
                    <a:pt x="167" y="13"/>
                    <a:pt x="143" y="13"/>
                  </a:cubicBezTo>
                  <a:cubicBezTo>
                    <a:pt x="121" y="13"/>
                    <a:pt x="103" y="29"/>
                    <a:pt x="103" y="60"/>
                  </a:cubicBezTo>
                  <a:cubicBezTo>
                    <a:pt x="103" y="144"/>
                    <a:pt x="103" y="144"/>
                    <a:pt x="103" y="144"/>
                  </a:cubicBezTo>
                  <a:cubicBezTo>
                    <a:pt x="90" y="144"/>
                    <a:pt x="90" y="144"/>
                    <a:pt x="90" y="144"/>
                  </a:cubicBezTo>
                  <a:cubicBezTo>
                    <a:pt x="90" y="54"/>
                    <a:pt x="90" y="54"/>
                    <a:pt x="90" y="54"/>
                  </a:cubicBezTo>
                  <a:cubicBezTo>
                    <a:pt x="90" y="28"/>
                    <a:pt x="75" y="13"/>
                    <a:pt x="53" y="13"/>
                  </a:cubicBezTo>
                  <a:cubicBezTo>
                    <a:pt x="31" y="13"/>
                    <a:pt x="13" y="31"/>
                    <a:pt x="13" y="59"/>
                  </a:cubicBezTo>
                  <a:cubicBezTo>
                    <a:pt x="13" y="144"/>
                    <a:pt x="13" y="144"/>
                    <a:pt x="13" y="144"/>
                  </a:cubicBezTo>
                  <a:cubicBezTo>
                    <a:pt x="0" y="144"/>
                    <a:pt x="0" y="144"/>
                    <a:pt x="0" y="144"/>
                  </a:cubicBezTo>
                  <a:cubicBezTo>
                    <a:pt x="0" y="4"/>
                    <a:pt x="0" y="4"/>
                    <a:pt x="0" y="4"/>
                  </a:cubicBezTo>
                  <a:cubicBezTo>
                    <a:pt x="13" y="4"/>
                    <a:pt x="13" y="4"/>
                    <a:pt x="13" y="4"/>
                  </a:cubicBezTo>
                  <a:cubicBezTo>
                    <a:pt x="13" y="26"/>
                    <a:pt x="13" y="26"/>
                    <a:pt x="13" y="26"/>
                  </a:cubicBezTo>
                  <a:cubicBezTo>
                    <a:pt x="19" y="13"/>
                    <a:pt x="35" y="0"/>
                    <a:pt x="54" y="0"/>
                  </a:cubicBezTo>
                  <a:cubicBezTo>
                    <a:pt x="77" y="0"/>
                    <a:pt x="92" y="12"/>
                    <a:pt x="98" y="28"/>
                  </a:cubicBezTo>
                  <a:cubicBezTo>
                    <a:pt x="107" y="10"/>
                    <a:pt x="124" y="0"/>
                    <a:pt x="145" y="0"/>
                  </a:cubicBezTo>
                  <a:cubicBezTo>
                    <a:pt x="176" y="0"/>
                    <a:pt x="193" y="23"/>
                    <a:pt x="193" y="54"/>
                  </a:cubicBezTo>
                  <a:cubicBezTo>
                    <a:pt x="193" y="144"/>
                    <a:pt x="193" y="144"/>
                    <a:pt x="193" y="144"/>
                  </a:cubicBezTo>
                  <a:lnTo>
                    <a:pt x="180" y="144"/>
                  </a:lnTo>
                  <a:close/>
                </a:path>
              </a:pathLst>
            </a:custGeom>
            <a:solidFill>
              <a:srgbClr val="0E2356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E2356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92" name="Google Shape;92;g20c3afcc4d7_0_45024"/>
            <p:cNvSpPr/>
            <p:nvPr/>
          </p:nvSpPr>
          <p:spPr>
            <a:xfrm>
              <a:off x="2320925" y="547688"/>
              <a:ext cx="207962" cy="280988"/>
            </a:xfrm>
            <a:custGeom>
              <a:avLst/>
              <a:gdLst/>
              <a:ahLst/>
              <a:cxnLst/>
              <a:rect l="l" t="t" r="r" b="b"/>
              <a:pathLst>
                <a:path w="107" h="143" extrusionOk="0">
                  <a:moveTo>
                    <a:pt x="0" y="91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13" y="90"/>
                    <a:pt x="13" y="90"/>
                    <a:pt x="13" y="90"/>
                  </a:cubicBezTo>
                  <a:cubicBezTo>
                    <a:pt x="13" y="115"/>
                    <a:pt x="29" y="131"/>
                    <a:pt x="51" y="131"/>
                  </a:cubicBezTo>
                  <a:cubicBezTo>
                    <a:pt x="76" y="131"/>
                    <a:pt x="93" y="113"/>
                    <a:pt x="93" y="85"/>
                  </a:cubicBezTo>
                  <a:cubicBezTo>
                    <a:pt x="93" y="0"/>
                    <a:pt x="93" y="0"/>
                    <a:pt x="93" y="0"/>
                  </a:cubicBezTo>
                  <a:cubicBezTo>
                    <a:pt x="107" y="0"/>
                    <a:pt x="107" y="0"/>
                    <a:pt x="107" y="0"/>
                  </a:cubicBezTo>
                  <a:cubicBezTo>
                    <a:pt x="107" y="140"/>
                    <a:pt x="107" y="140"/>
                    <a:pt x="107" y="140"/>
                  </a:cubicBezTo>
                  <a:cubicBezTo>
                    <a:pt x="93" y="140"/>
                    <a:pt x="93" y="140"/>
                    <a:pt x="93" y="140"/>
                  </a:cubicBezTo>
                  <a:cubicBezTo>
                    <a:pt x="93" y="118"/>
                    <a:pt x="93" y="118"/>
                    <a:pt x="93" y="118"/>
                  </a:cubicBezTo>
                  <a:cubicBezTo>
                    <a:pt x="86" y="132"/>
                    <a:pt x="69" y="143"/>
                    <a:pt x="49" y="143"/>
                  </a:cubicBezTo>
                  <a:cubicBezTo>
                    <a:pt x="21" y="143"/>
                    <a:pt x="0" y="123"/>
                    <a:pt x="0" y="91"/>
                  </a:cubicBezTo>
                  <a:close/>
                </a:path>
              </a:pathLst>
            </a:custGeom>
            <a:solidFill>
              <a:srgbClr val="0E2356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E2356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93" name="Google Shape;93;g20c3afcc4d7_0_45024"/>
            <p:cNvSpPr/>
            <p:nvPr/>
          </p:nvSpPr>
          <p:spPr>
            <a:xfrm>
              <a:off x="2589213" y="541338"/>
              <a:ext cx="206375" cy="282575"/>
            </a:xfrm>
            <a:custGeom>
              <a:avLst/>
              <a:gdLst/>
              <a:ahLst/>
              <a:cxnLst/>
              <a:rect l="l" t="t" r="r" b="b"/>
              <a:pathLst>
                <a:path w="106" h="144" extrusionOk="0">
                  <a:moveTo>
                    <a:pt x="106" y="53"/>
                  </a:moveTo>
                  <a:cubicBezTo>
                    <a:pt x="106" y="144"/>
                    <a:pt x="106" y="144"/>
                    <a:pt x="106" y="144"/>
                  </a:cubicBezTo>
                  <a:cubicBezTo>
                    <a:pt x="93" y="144"/>
                    <a:pt x="93" y="144"/>
                    <a:pt x="93" y="144"/>
                  </a:cubicBezTo>
                  <a:cubicBezTo>
                    <a:pt x="93" y="54"/>
                    <a:pt x="93" y="54"/>
                    <a:pt x="93" y="54"/>
                  </a:cubicBezTo>
                  <a:cubicBezTo>
                    <a:pt x="93" y="28"/>
                    <a:pt x="77" y="13"/>
                    <a:pt x="55" y="13"/>
                  </a:cubicBezTo>
                  <a:cubicBezTo>
                    <a:pt x="30" y="13"/>
                    <a:pt x="13" y="31"/>
                    <a:pt x="13" y="58"/>
                  </a:cubicBezTo>
                  <a:cubicBezTo>
                    <a:pt x="13" y="144"/>
                    <a:pt x="13" y="144"/>
                    <a:pt x="13" y="144"/>
                  </a:cubicBezTo>
                  <a:cubicBezTo>
                    <a:pt x="0" y="144"/>
                    <a:pt x="0" y="144"/>
                    <a:pt x="0" y="144"/>
                  </a:cubicBezTo>
                  <a:cubicBezTo>
                    <a:pt x="0" y="4"/>
                    <a:pt x="0" y="4"/>
                    <a:pt x="0" y="4"/>
                  </a:cubicBezTo>
                  <a:cubicBezTo>
                    <a:pt x="13" y="4"/>
                    <a:pt x="13" y="4"/>
                    <a:pt x="13" y="4"/>
                  </a:cubicBezTo>
                  <a:cubicBezTo>
                    <a:pt x="13" y="26"/>
                    <a:pt x="13" y="26"/>
                    <a:pt x="13" y="26"/>
                  </a:cubicBezTo>
                  <a:cubicBezTo>
                    <a:pt x="20" y="12"/>
                    <a:pt x="37" y="0"/>
                    <a:pt x="57" y="0"/>
                  </a:cubicBezTo>
                  <a:cubicBezTo>
                    <a:pt x="85" y="0"/>
                    <a:pt x="106" y="20"/>
                    <a:pt x="106" y="53"/>
                  </a:cubicBezTo>
                  <a:close/>
                </a:path>
              </a:pathLst>
            </a:custGeom>
            <a:solidFill>
              <a:srgbClr val="0E2356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E2356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94" name="Google Shape;94;g20c3afcc4d7_0_45024"/>
            <p:cNvSpPr/>
            <p:nvPr/>
          </p:nvSpPr>
          <p:spPr>
            <a:xfrm>
              <a:off x="2838450" y="541338"/>
              <a:ext cx="207962" cy="287338"/>
            </a:xfrm>
            <a:custGeom>
              <a:avLst/>
              <a:gdLst/>
              <a:ahLst/>
              <a:cxnLst/>
              <a:rect l="l" t="t" r="r" b="b"/>
              <a:pathLst>
                <a:path w="107" h="147" extrusionOk="0">
                  <a:moveTo>
                    <a:pt x="53" y="55"/>
                  </a:moveTo>
                  <a:cubicBezTo>
                    <a:pt x="72" y="55"/>
                    <a:pt x="87" y="63"/>
                    <a:pt x="93" y="70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26"/>
                    <a:pt x="78" y="13"/>
                    <a:pt x="55" y="13"/>
                  </a:cubicBezTo>
                  <a:cubicBezTo>
                    <a:pt x="37" y="13"/>
                    <a:pt x="22" y="20"/>
                    <a:pt x="12" y="26"/>
                  </a:cubicBezTo>
                  <a:cubicBezTo>
                    <a:pt x="6" y="15"/>
                    <a:pt x="6" y="15"/>
                    <a:pt x="6" y="15"/>
                  </a:cubicBezTo>
                  <a:cubicBezTo>
                    <a:pt x="14" y="10"/>
                    <a:pt x="32" y="0"/>
                    <a:pt x="56" y="0"/>
                  </a:cubicBezTo>
                  <a:cubicBezTo>
                    <a:pt x="91" y="0"/>
                    <a:pt x="107" y="21"/>
                    <a:pt x="107" y="50"/>
                  </a:cubicBezTo>
                  <a:cubicBezTo>
                    <a:pt x="107" y="144"/>
                    <a:pt x="107" y="144"/>
                    <a:pt x="107" y="144"/>
                  </a:cubicBezTo>
                  <a:cubicBezTo>
                    <a:pt x="96" y="144"/>
                    <a:pt x="96" y="144"/>
                    <a:pt x="96" y="144"/>
                  </a:cubicBezTo>
                  <a:cubicBezTo>
                    <a:pt x="93" y="131"/>
                    <a:pt x="93" y="131"/>
                    <a:pt x="93" y="131"/>
                  </a:cubicBezTo>
                  <a:cubicBezTo>
                    <a:pt x="86" y="139"/>
                    <a:pt x="73" y="147"/>
                    <a:pt x="53" y="147"/>
                  </a:cubicBezTo>
                  <a:cubicBezTo>
                    <a:pt x="22" y="147"/>
                    <a:pt x="0" y="127"/>
                    <a:pt x="0" y="101"/>
                  </a:cubicBezTo>
                  <a:cubicBezTo>
                    <a:pt x="0" y="75"/>
                    <a:pt x="22" y="55"/>
                    <a:pt x="53" y="55"/>
                  </a:cubicBezTo>
                  <a:close/>
                  <a:moveTo>
                    <a:pt x="54" y="135"/>
                  </a:moveTo>
                  <a:cubicBezTo>
                    <a:pt x="78" y="135"/>
                    <a:pt x="94" y="120"/>
                    <a:pt x="94" y="101"/>
                  </a:cubicBezTo>
                  <a:cubicBezTo>
                    <a:pt x="94" y="81"/>
                    <a:pt x="78" y="68"/>
                    <a:pt x="54" y="68"/>
                  </a:cubicBezTo>
                  <a:cubicBezTo>
                    <a:pt x="29" y="68"/>
                    <a:pt x="13" y="82"/>
                    <a:pt x="13" y="101"/>
                  </a:cubicBezTo>
                  <a:cubicBezTo>
                    <a:pt x="13" y="119"/>
                    <a:pt x="29" y="135"/>
                    <a:pt x="54" y="135"/>
                  </a:cubicBezTo>
                  <a:close/>
                </a:path>
              </a:pathLst>
            </a:custGeom>
            <a:solidFill>
              <a:srgbClr val="0E2356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E2356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95" name="Google Shape;95;g20c3afcc4d7_0_45024"/>
            <p:cNvSpPr/>
            <p:nvPr/>
          </p:nvSpPr>
          <p:spPr>
            <a:xfrm>
              <a:off x="3100388" y="547688"/>
              <a:ext cx="207962" cy="280988"/>
            </a:xfrm>
            <a:custGeom>
              <a:avLst/>
              <a:gdLst/>
              <a:ahLst/>
              <a:cxnLst/>
              <a:rect l="l" t="t" r="r" b="b"/>
              <a:pathLst>
                <a:path w="107" h="143" extrusionOk="0">
                  <a:moveTo>
                    <a:pt x="0" y="91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14" y="90"/>
                    <a:pt x="14" y="90"/>
                    <a:pt x="14" y="90"/>
                  </a:cubicBezTo>
                  <a:cubicBezTo>
                    <a:pt x="14" y="115"/>
                    <a:pt x="30" y="131"/>
                    <a:pt x="52" y="131"/>
                  </a:cubicBezTo>
                  <a:cubicBezTo>
                    <a:pt x="76" y="131"/>
                    <a:pt x="94" y="113"/>
                    <a:pt x="94" y="85"/>
                  </a:cubicBezTo>
                  <a:cubicBezTo>
                    <a:pt x="94" y="0"/>
                    <a:pt x="94" y="0"/>
                    <a:pt x="94" y="0"/>
                  </a:cubicBezTo>
                  <a:cubicBezTo>
                    <a:pt x="107" y="0"/>
                    <a:pt x="107" y="0"/>
                    <a:pt x="107" y="0"/>
                  </a:cubicBezTo>
                  <a:cubicBezTo>
                    <a:pt x="107" y="140"/>
                    <a:pt x="107" y="140"/>
                    <a:pt x="107" y="140"/>
                  </a:cubicBezTo>
                  <a:cubicBezTo>
                    <a:pt x="94" y="140"/>
                    <a:pt x="94" y="140"/>
                    <a:pt x="94" y="140"/>
                  </a:cubicBezTo>
                  <a:cubicBezTo>
                    <a:pt x="94" y="118"/>
                    <a:pt x="94" y="118"/>
                    <a:pt x="94" y="118"/>
                  </a:cubicBezTo>
                  <a:cubicBezTo>
                    <a:pt x="87" y="132"/>
                    <a:pt x="70" y="143"/>
                    <a:pt x="50" y="143"/>
                  </a:cubicBezTo>
                  <a:cubicBezTo>
                    <a:pt x="21" y="143"/>
                    <a:pt x="0" y="123"/>
                    <a:pt x="0" y="91"/>
                  </a:cubicBezTo>
                  <a:close/>
                </a:path>
              </a:pathLst>
            </a:custGeom>
            <a:solidFill>
              <a:srgbClr val="0E2356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E2356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96" name="Google Shape;96;g20c3afcc4d7_0_45024"/>
            <p:cNvSpPr/>
            <p:nvPr/>
          </p:nvSpPr>
          <p:spPr>
            <a:xfrm>
              <a:off x="3336925" y="492126"/>
              <a:ext cx="127000" cy="333375"/>
            </a:xfrm>
            <a:custGeom>
              <a:avLst/>
              <a:gdLst/>
              <a:ahLst/>
              <a:cxnLst/>
              <a:rect l="l" t="t" r="r" b="b"/>
              <a:pathLst>
                <a:path w="65" h="170" extrusionOk="0">
                  <a:moveTo>
                    <a:pt x="30" y="0"/>
                  </a:moveTo>
                  <a:cubicBezTo>
                    <a:pt x="30" y="29"/>
                    <a:pt x="30" y="29"/>
                    <a:pt x="30" y="29"/>
                  </a:cubicBezTo>
                  <a:cubicBezTo>
                    <a:pt x="63" y="29"/>
                    <a:pt x="63" y="29"/>
                    <a:pt x="63" y="29"/>
                  </a:cubicBezTo>
                  <a:cubicBezTo>
                    <a:pt x="63" y="41"/>
                    <a:pt x="63" y="41"/>
                    <a:pt x="63" y="41"/>
                  </a:cubicBezTo>
                  <a:cubicBezTo>
                    <a:pt x="30" y="41"/>
                    <a:pt x="30" y="41"/>
                    <a:pt x="30" y="41"/>
                  </a:cubicBezTo>
                  <a:cubicBezTo>
                    <a:pt x="30" y="120"/>
                    <a:pt x="30" y="120"/>
                    <a:pt x="30" y="120"/>
                  </a:cubicBezTo>
                  <a:cubicBezTo>
                    <a:pt x="30" y="150"/>
                    <a:pt x="37" y="158"/>
                    <a:pt x="58" y="158"/>
                  </a:cubicBezTo>
                  <a:cubicBezTo>
                    <a:pt x="61" y="158"/>
                    <a:pt x="65" y="158"/>
                    <a:pt x="65" y="158"/>
                  </a:cubicBezTo>
                  <a:cubicBezTo>
                    <a:pt x="65" y="170"/>
                    <a:pt x="65" y="170"/>
                    <a:pt x="65" y="170"/>
                  </a:cubicBezTo>
                  <a:cubicBezTo>
                    <a:pt x="65" y="170"/>
                    <a:pt x="58" y="170"/>
                    <a:pt x="53" y="170"/>
                  </a:cubicBezTo>
                  <a:cubicBezTo>
                    <a:pt x="31" y="170"/>
                    <a:pt x="17" y="157"/>
                    <a:pt x="17" y="128"/>
                  </a:cubicBezTo>
                  <a:cubicBezTo>
                    <a:pt x="17" y="41"/>
                    <a:pt x="17" y="41"/>
                    <a:pt x="17" y="41"/>
                  </a:cubicBezTo>
                  <a:cubicBezTo>
                    <a:pt x="0" y="41"/>
                    <a:pt x="0" y="41"/>
                    <a:pt x="0" y="41"/>
                  </a:cubicBezTo>
                  <a:cubicBezTo>
                    <a:pt x="0" y="29"/>
                    <a:pt x="0" y="29"/>
                    <a:pt x="0" y="29"/>
                  </a:cubicBezTo>
                  <a:cubicBezTo>
                    <a:pt x="17" y="29"/>
                    <a:pt x="17" y="29"/>
                    <a:pt x="17" y="29"/>
                  </a:cubicBezTo>
                  <a:cubicBezTo>
                    <a:pt x="17" y="0"/>
                    <a:pt x="17" y="0"/>
                    <a:pt x="17" y="0"/>
                  </a:cubicBezTo>
                  <a:lnTo>
                    <a:pt x="30" y="0"/>
                  </a:lnTo>
                  <a:close/>
                </a:path>
              </a:pathLst>
            </a:custGeom>
            <a:solidFill>
              <a:srgbClr val="0E2356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E2356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97" name="Google Shape;97;g20c3afcc4d7_0_45024"/>
            <p:cNvSpPr/>
            <p:nvPr/>
          </p:nvSpPr>
          <p:spPr>
            <a:xfrm>
              <a:off x="3478213" y="438151"/>
              <a:ext cx="258762" cy="390525"/>
            </a:xfrm>
            <a:custGeom>
              <a:avLst/>
              <a:gdLst/>
              <a:ahLst/>
              <a:cxnLst/>
              <a:rect l="l" t="t" r="r" b="b"/>
              <a:pathLst>
                <a:path w="133" h="199" extrusionOk="0">
                  <a:moveTo>
                    <a:pt x="67" y="52"/>
                  </a:moveTo>
                  <a:cubicBezTo>
                    <a:pt x="107" y="52"/>
                    <a:pt x="133" y="82"/>
                    <a:pt x="133" y="122"/>
                  </a:cubicBezTo>
                  <a:cubicBezTo>
                    <a:pt x="133" y="128"/>
                    <a:pt x="133" y="128"/>
                    <a:pt x="133" y="128"/>
                  </a:cubicBezTo>
                  <a:cubicBezTo>
                    <a:pt x="14" y="128"/>
                    <a:pt x="14" y="128"/>
                    <a:pt x="14" y="128"/>
                  </a:cubicBezTo>
                  <a:cubicBezTo>
                    <a:pt x="14" y="165"/>
                    <a:pt x="37" y="187"/>
                    <a:pt x="71" y="187"/>
                  </a:cubicBezTo>
                  <a:cubicBezTo>
                    <a:pt x="97" y="187"/>
                    <a:pt x="111" y="174"/>
                    <a:pt x="119" y="163"/>
                  </a:cubicBezTo>
                  <a:cubicBezTo>
                    <a:pt x="128" y="169"/>
                    <a:pt x="128" y="169"/>
                    <a:pt x="128" y="169"/>
                  </a:cubicBezTo>
                  <a:cubicBezTo>
                    <a:pt x="119" y="184"/>
                    <a:pt x="101" y="199"/>
                    <a:pt x="71" y="199"/>
                  </a:cubicBezTo>
                  <a:cubicBezTo>
                    <a:pt x="29" y="199"/>
                    <a:pt x="0" y="170"/>
                    <a:pt x="0" y="126"/>
                  </a:cubicBezTo>
                  <a:cubicBezTo>
                    <a:pt x="0" y="80"/>
                    <a:pt x="31" y="52"/>
                    <a:pt x="67" y="52"/>
                  </a:cubicBezTo>
                  <a:close/>
                  <a:moveTo>
                    <a:pt x="67" y="65"/>
                  </a:moveTo>
                  <a:cubicBezTo>
                    <a:pt x="41" y="65"/>
                    <a:pt x="17" y="82"/>
                    <a:pt x="14" y="116"/>
                  </a:cubicBezTo>
                  <a:cubicBezTo>
                    <a:pt x="119" y="116"/>
                    <a:pt x="119" y="116"/>
                    <a:pt x="119" y="116"/>
                  </a:cubicBezTo>
                  <a:cubicBezTo>
                    <a:pt x="117" y="81"/>
                    <a:pt x="93" y="65"/>
                    <a:pt x="67" y="65"/>
                  </a:cubicBezTo>
                  <a:close/>
                  <a:moveTo>
                    <a:pt x="92" y="0"/>
                  </a:moveTo>
                  <a:cubicBezTo>
                    <a:pt x="69" y="38"/>
                    <a:pt x="69" y="38"/>
                    <a:pt x="69" y="38"/>
                  </a:cubicBezTo>
                  <a:cubicBezTo>
                    <a:pt x="56" y="38"/>
                    <a:pt x="56" y="38"/>
                    <a:pt x="56" y="38"/>
                  </a:cubicBezTo>
                  <a:cubicBezTo>
                    <a:pt x="76" y="0"/>
                    <a:pt x="76" y="0"/>
                    <a:pt x="76" y="0"/>
                  </a:cubicBezTo>
                  <a:lnTo>
                    <a:pt x="92" y="0"/>
                  </a:lnTo>
                  <a:close/>
                </a:path>
              </a:pathLst>
            </a:custGeom>
            <a:solidFill>
              <a:srgbClr val="0E2356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E2356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98" name="Google Shape;98;g20c3afcc4d7_0_45024"/>
            <p:cNvSpPr/>
            <p:nvPr/>
          </p:nvSpPr>
          <p:spPr>
            <a:xfrm>
              <a:off x="3765550" y="541338"/>
              <a:ext cx="188912" cy="282575"/>
            </a:xfrm>
            <a:custGeom>
              <a:avLst/>
              <a:gdLst/>
              <a:ahLst/>
              <a:cxnLst/>
              <a:rect l="l" t="t" r="r" b="b"/>
              <a:pathLst>
                <a:path w="97" h="144" extrusionOk="0">
                  <a:moveTo>
                    <a:pt x="45" y="0"/>
                  </a:moveTo>
                  <a:cubicBezTo>
                    <a:pt x="74" y="0"/>
                    <a:pt x="92" y="15"/>
                    <a:pt x="92" y="38"/>
                  </a:cubicBezTo>
                  <a:cubicBezTo>
                    <a:pt x="92" y="51"/>
                    <a:pt x="86" y="63"/>
                    <a:pt x="75" y="69"/>
                  </a:cubicBezTo>
                  <a:cubicBezTo>
                    <a:pt x="89" y="75"/>
                    <a:pt x="97" y="87"/>
                    <a:pt x="97" y="102"/>
                  </a:cubicBezTo>
                  <a:cubicBezTo>
                    <a:pt x="97" y="130"/>
                    <a:pt x="74" y="144"/>
                    <a:pt x="48" y="144"/>
                  </a:cubicBezTo>
                  <a:cubicBezTo>
                    <a:pt x="0" y="144"/>
                    <a:pt x="0" y="144"/>
                    <a:pt x="0" y="144"/>
                  </a:cubicBezTo>
                  <a:cubicBezTo>
                    <a:pt x="0" y="0"/>
                    <a:pt x="0" y="0"/>
                    <a:pt x="0" y="0"/>
                  </a:cubicBezTo>
                  <a:lnTo>
                    <a:pt x="45" y="0"/>
                  </a:lnTo>
                  <a:close/>
                  <a:moveTo>
                    <a:pt x="63" y="42"/>
                  </a:moveTo>
                  <a:cubicBezTo>
                    <a:pt x="63" y="32"/>
                    <a:pt x="56" y="25"/>
                    <a:pt x="45" y="25"/>
                  </a:cubicBezTo>
                  <a:cubicBezTo>
                    <a:pt x="29" y="25"/>
                    <a:pt x="29" y="25"/>
                    <a:pt x="29" y="25"/>
                  </a:cubicBezTo>
                  <a:cubicBezTo>
                    <a:pt x="29" y="58"/>
                    <a:pt x="29" y="58"/>
                    <a:pt x="29" y="58"/>
                  </a:cubicBezTo>
                  <a:cubicBezTo>
                    <a:pt x="45" y="58"/>
                    <a:pt x="45" y="58"/>
                    <a:pt x="45" y="58"/>
                  </a:cubicBezTo>
                  <a:cubicBezTo>
                    <a:pt x="55" y="58"/>
                    <a:pt x="63" y="52"/>
                    <a:pt x="63" y="42"/>
                  </a:cubicBezTo>
                  <a:close/>
                  <a:moveTo>
                    <a:pt x="67" y="100"/>
                  </a:moveTo>
                  <a:cubicBezTo>
                    <a:pt x="67" y="88"/>
                    <a:pt x="58" y="82"/>
                    <a:pt x="46" y="82"/>
                  </a:cubicBezTo>
                  <a:cubicBezTo>
                    <a:pt x="29" y="82"/>
                    <a:pt x="29" y="82"/>
                    <a:pt x="29" y="82"/>
                  </a:cubicBezTo>
                  <a:cubicBezTo>
                    <a:pt x="29" y="119"/>
                    <a:pt x="29" y="119"/>
                    <a:pt x="29" y="119"/>
                  </a:cubicBezTo>
                  <a:cubicBezTo>
                    <a:pt x="46" y="119"/>
                    <a:pt x="46" y="119"/>
                    <a:pt x="46" y="119"/>
                  </a:cubicBezTo>
                  <a:cubicBezTo>
                    <a:pt x="58" y="119"/>
                    <a:pt x="67" y="112"/>
                    <a:pt x="67" y="100"/>
                  </a:cubicBezTo>
                  <a:close/>
                </a:path>
              </a:pathLst>
            </a:custGeom>
            <a:solidFill>
              <a:srgbClr val="592673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E2356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99" name="Google Shape;99;g20c3afcc4d7_0_45024"/>
            <p:cNvSpPr/>
            <p:nvPr/>
          </p:nvSpPr>
          <p:spPr>
            <a:xfrm>
              <a:off x="3981450" y="541338"/>
              <a:ext cx="180975" cy="282575"/>
            </a:xfrm>
            <a:custGeom>
              <a:avLst/>
              <a:gdLst/>
              <a:ahLst/>
              <a:cxnLst/>
              <a:rect l="l" t="t" r="r" b="b"/>
              <a:pathLst>
                <a:path w="93" h="144" extrusionOk="0">
                  <a:moveTo>
                    <a:pt x="46" y="0"/>
                  </a:moveTo>
                  <a:cubicBezTo>
                    <a:pt x="74" y="0"/>
                    <a:pt x="93" y="18"/>
                    <a:pt x="93" y="45"/>
                  </a:cubicBezTo>
                  <a:cubicBezTo>
                    <a:pt x="93" y="72"/>
                    <a:pt x="73" y="90"/>
                    <a:pt x="46" y="90"/>
                  </a:cubicBezTo>
                  <a:cubicBezTo>
                    <a:pt x="29" y="90"/>
                    <a:pt x="29" y="90"/>
                    <a:pt x="29" y="90"/>
                  </a:cubicBezTo>
                  <a:cubicBezTo>
                    <a:pt x="29" y="144"/>
                    <a:pt x="29" y="144"/>
                    <a:pt x="29" y="144"/>
                  </a:cubicBezTo>
                  <a:cubicBezTo>
                    <a:pt x="0" y="144"/>
                    <a:pt x="0" y="144"/>
                    <a:pt x="0" y="144"/>
                  </a:cubicBezTo>
                  <a:cubicBezTo>
                    <a:pt x="0" y="0"/>
                    <a:pt x="0" y="0"/>
                    <a:pt x="0" y="0"/>
                  </a:cubicBezTo>
                  <a:lnTo>
                    <a:pt x="46" y="0"/>
                  </a:lnTo>
                  <a:close/>
                  <a:moveTo>
                    <a:pt x="63" y="45"/>
                  </a:moveTo>
                  <a:cubicBezTo>
                    <a:pt x="63" y="33"/>
                    <a:pt x="54" y="25"/>
                    <a:pt x="42" y="25"/>
                  </a:cubicBezTo>
                  <a:cubicBezTo>
                    <a:pt x="29" y="25"/>
                    <a:pt x="29" y="25"/>
                    <a:pt x="29" y="25"/>
                  </a:cubicBezTo>
                  <a:cubicBezTo>
                    <a:pt x="29" y="65"/>
                    <a:pt x="29" y="65"/>
                    <a:pt x="29" y="65"/>
                  </a:cubicBezTo>
                  <a:cubicBezTo>
                    <a:pt x="42" y="65"/>
                    <a:pt x="42" y="65"/>
                    <a:pt x="42" y="65"/>
                  </a:cubicBezTo>
                  <a:cubicBezTo>
                    <a:pt x="54" y="65"/>
                    <a:pt x="63" y="57"/>
                    <a:pt x="63" y="45"/>
                  </a:cubicBezTo>
                  <a:close/>
                </a:path>
              </a:pathLst>
            </a:custGeom>
            <a:solidFill>
              <a:srgbClr val="592673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E2356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100" name="Google Shape;100;g20c3afcc4d7_0_45024"/>
            <p:cNvSpPr/>
            <p:nvPr/>
          </p:nvSpPr>
          <p:spPr>
            <a:xfrm>
              <a:off x="4170363" y="536576"/>
              <a:ext cx="230187" cy="290513"/>
            </a:xfrm>
            <a:custGeom>
              <a:avLst/>
              <a:gdLst/>
              <a:ahLst/>
              <a:cxnLst/>
              <a:rect l="l" t="t" r="r" b="b"/>
              <a:pathLst>
                <a:path w="119" h="148" extrusionOk="0">
                  <a:moveTo>
                    <a:pt x="0" y="74"/>
                  </a:moveTo>
                  <a:cubicBezTo>
                    <a:pt x="0" y="32"/>
                    <a:pt x="32" y="0"/>
                    <a:pt x="75" y="0"/>
                  </a:cubicBezTo>
                  <a:cubicBezTo>
                    <a:pt x="94" y="0"/>
                    <a:pt x="108" y="6"/>
                    <a:pt x="117" y="13"/>
                  </a:cubicBezTo>
                  <a:cubicBezTo>
                    <a:pt x="109" y="38"/>
                    <a:pt x="109" y="38"/>
                    <a:pt x="109" y="38"/>
                  </a:cubicBezTo>
                  <a:cubicBezTo>
                    <a:pt x="102" y="33"/>
                    <a:pt x="89" y="27"/>
                    <a:pt x="75" y="27"/>
                  </a:cubicBezTo>
                  <a:cubicBezTo>
                    <a:pt x="49" y="27"/>
                    <a:pt x="30" y="47"/>
                    <a:pt x="30" y="74"/>
                  </a:cubicBezTo>
                  <a:cubicBezTo>
                    <a:pt x="30" y="102"/>
                    <a:pt x="49" y="121"/>
                    <a:pt x="75" y="121"/>
                  </a:cubicBezTo>
                  <a:cubicBezTo>
                    <a:pt x="90" y="121"/>
                    <a:pt x="104" y="114"/>
                    <a:pt x="110" y="110"/>
                  </a:cubicBezTo>
                  <a:cubicBezTo>
                    <a:pt x="119" y="135"/>
                    <a:pt x="119" y="135"/>
                    <a:pt x="119" y="135"/>
                  </a:cubicBezTo>
                  <a:cubicBezTo>
                    <a:pt x="110" y="141"/>
                    <a:pt x="96" y="148"/>
                    <a:pt x="75" y="148"/>
                  </a:cubicBezTo>
                  <a:cubicBezTo>
                    <a:pt x="30" y="148"/>
                    <a:pt x="0" y="116"/>
                    <a:pt x="0" y="74"/>
                  </a:cubicBezTo>
                  <a:close/>
                </a:path>
              </a:pathLst>
            </a:custGeom>
            <a:solidFill>
              <a:srgbClr val="592673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E2356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101" name="Google Shape;101;g20c3afcc4d7_0_45024"/>
            <p:cNvSpPr/>
            <p:nvPr/>
          </p:nvSpPr>
          <p:spPr>
            <a:xfrm>
              <a:off x="4425950" y="541338"/>
              <a:ext cx="147637" cy="282575"/>
            </a:xfrm>
            <a:custGeom>
              <a:avLst/>
              <a:gdLst/>
              <a:ahLst/>
              <a:cxnLst/>
              <a:rect l="l" t="t" r="r" b="b"/>
              <a:pathLst>
                <a:path w="93" h="178" extrusionOk="0">
                  <a:moveTo>
                    <a:pt x="91" y="0"/>
                  </a:moveTo>
                  <a:lnTo>
                    <a:pt x="91" y="32"/>
                  </a:lnTo>
                  <a:lnTo>
                    <a:pt x="36" y="32"/>
                  </a:lnTo>
                  <a:lnTo>
                    <a:pt x="36" y="71"/>
                  </a:lnTo>
                  <a:lnTo>
                    <a:pt x="82" y="71"/>
                  </a:lnTo>
                  <a:lnTo>
                    <a:pt x="82" y="103"/>
                  </a:lnTo>
                  <a:lnTo>
                    <a:pt x="36" y="103"/>
                  </a:lnTo>
                  <a:lnTo>
                    <a:pt x="36" y="145"/>
                  </a:lnTo>
                  <a:lnTo>
                    <a:pt x="93" y="145"/>
                  </a:lnTo>
                  <a:lnTo>
                    <a:pt x="93" y="178"/>
                  </a:lnTo>
                  <a:lnTo>
                    <a:pt x="0" y="178"/>
                  </a:lnTo>
                  <a:lnTo>
                    <a:pt x="0" y="0"/>
                  </a:lnTo>
                  <a:lnTo>
                    <a:pt x="91" y="0"/>
                  </a:lnTo>
                  <a:close/>
                </a:path>
              </a:pathLst>
            </a:custGeom>
            <a:solidFill>
              <a:srgbClr val="592673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E2356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102" name="Google Shape;102;g20c3afcc4d7_0_45024"/>
            <p:cNvSpPr/>
            <p:nvPr/>
          </p:nvSpPr>
          <p:spPr>
            <a:xfrm>
              <a:off x="288926" y="452438"/>
              <a:ext cx="173037" cy="371475"/>
            </a:xfrm>
            <a:custGeom>
              <a:avLst/>
              <a:gdLst/>
              <a:ahLst/>
              <a:cxnLst/>
              <a:rect l="l" t="t" r="r" b="b"/>
              <a:pathLst>
                <a:path w="109" h="234" extrusionOk="0">
                  <a:moveTo>
                    <a:pt x="17" y="0"/>
                  </a:moveTo>
                  <a:lnTo>
                    <a:pt x="17" y="218"/>
                  </a:lnTo>
                  <a:lnTo>
                    <a:pt x="109" y="218"/>
                  </a:lnTo>
                  <a:lnTo>
                    <a:pt x="109" y="234"/>
                  </a:lnTo>
                  <a:lnTo>
                    <a:pt x="0" y="234"/>
                  </a:lnTo>
                  <a:lnTo>
                    <a:pt x="0" y="0"/>
                  </a:lnTo>
                  <a:lnTo>
                    <a:pt x="17" y="0"/>
                  </a:lnTo>
                  <a:close/>
                </a:path>
              </a:pathLst>
            </a:custGeom>
            <a:solidFill>
              <a:srgbClr val="0E2356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E2356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103" name="Google Shape;103;g20c3afcc4d7_0_45024"/>
            <p:cNvSpPr/>
            <p:nvPr/>
          </p:nvSpPr>
          <p:spPr>
            <a:xfrm>
              <a:off x="482600" y="541338"/>
              <a:ext cx="207962" cy="287338"/>
            </a:xfrm>
            <a:custGeom>
              <a:avLst/>
              <a:gdLst/>
              <a:ahLst/>
              <a:cxnLst/>
              <a:rect l="l" t="t" r="r" b="b"/>
              <a:pathLst>
                <a:path w="107" h="147" extrusionOk="0">
                  <a:moveTo>
                    <a:pt x="54" y="55"/>
                  </a:moveTo>
                  <a:cubicBezTo>
                    <a:pt x="73" y="55"/>
                    <a:pt x="87" y="63"/>
                    <a:pt x="94" y="70"/>
                  </a:cubicBezTo>
                  <a:cubicBezTo>
                    <a:pt x="94" y="49"/>
                    <a:pt x="94" y="49"/>
                    <a:pt x="94" y="49"/>
                  </a:cubicBezTo>
                  <a:cubicBezTo>
                    <a:pt x="94" y="26"/>
                    <a:pt x="78" y="13"/>
                    <a:pt x="55" y="13"/>
                  </a:cubicBezTo>
                  <a:cubicBezTo>
                    <a:pt x="37" y="13"/>
                    <a:pt x="22" y="20"/>
                    <a:pt x="12" y="26"/>
                  </a:cubicBezTo>
                  <a:cubicBezTo>
                    <a:pt x="7" y="15"/>
                    <a:pt x="7" y="15"/>
                    <a:pt x="7" y="15"/>
                  </a:cubicBezTo>
                  <a:cubicBezTo>
                    <a:pt x="14" y="10"/>
                    <a:pt x="33" y="0"/>
                    <a:pt x="56" y="0"/>
                  </a:cubicBezTo>
                  <a:cubicBezTo>
                    <a:pt x="91" y="0"/>
                    <a:pt x="107" y="21"/>
                    <a:pt x="107" y="50"/>
                  </a:cubicBezTo>
                  <a:cubicBezTo>
                    <a:pt x="107" y="144"/>
                    <a:pt x="107" y="144"/>
                    <a:pt x="107" y="144"/>
                  </a:cubicBezTo>
                  <a:cubicBezTo>
                    <a:pt x="96" y="144"/>
                    <a:pt x="96" y="144"/>
                    <a:pt x="96" y="144"/>
                  </a:cubicBezTo>
                  <a:cubicBezTo>
                    <a:pt x="94" y="131"/>
                    <a:pt x="94" y="131"/>
                    <a:pt x="94" y="131"/>
                  </a:cubicBezTo>
                  <a:cubicBezTo>
                    <a:pt x="86" y="139"/>
                    <a:pt x="74" y="147"/>
                    <a:pt x="54" y="147"/>
                  </a:cubicBezTo>
                  <a:cubicBezTo>
                    <a:pt x="22" y="147"/>
                    <a:pt x="0" y="127"/>
                    <a:pt x="0" y="101"/>
                  </a:cubicBezTo>
                  <a:cubicBezTo>
                    <a:pt x="0" y="75"/>
                    <a:pt x="23" y="55"/>
                    <a:pt x="54" y="55"/>
                  </a:cubicBezTo>
                  <a:close/>
                  <a:moveTo>
                    <a:pt x="54" y="135"/>
                  </a:moveTo>
                  <a:cubicBezTo>
                    <a:pt x="78" y="135"/>
                    <a:pt x="94" y="120"/>
                    <a:pt x="94" y="101"/>
                  </a:cubicBezTo>
                  <a:cubicBezTo>
                    <a:pt x="94" y="81"/>
                    <a:pt x="79" y="68"/>
                    <a:pt x="54" y="68"/>
                  </a:cubicBezTo>
                  <a:cubicBezTo>
                    <a:pt x="29" y="68"/>
                    <a:pt x="14" y="82"/>
                    <a:pt x="14" y="101"/>
                  </a:cubicBezTo>
                  <a:cubicBezTo>
                    <a:pt x="14" y="119"/>
                    <a:pt x="29" y="135"/>
                    <a:pt x="54" y="135"/>
                  </a:cubicBezTo>
                  <a:close/>
                </a:path>
              </a:pathLst>
            </a:custGeom>
            <a:solidFill>
              <a:srgbClr val="0E2356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E2356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104" name="Google Shape;104;g20c3afcc4d7_0_45024"/>
            <p:cNvSpPr/>
            <p:nvPr/>
          </p:nvSpPr>
          <p:spPr>
            <a:xfrm>
              <a:off x="1150938" y="727076"/>
              <a:ext cx="82550" cy="73025"/>
            </a:xfrm>
            <a:custGeom>
              <a:avLst/>
              <a:gdLst/>
              <a:ahLst/>
              <a:cxnLst/>
              <a:rect l="l" t="t" r="r" b="b"/>
              <a:pathLst>
                <a:path w="43" h="37" extrusionOk="0">
                  <a:moveTo>
                    <a:pt x="10" y="11"/>
                  </a:moveTo>
                  <a:cubicBezTo>
                    <a:pt x="10" y="11"/>
                    <a:pt x="10" y="11"/>
                    <a:pt x="10" y="11"/>
                  </a:cubicBezTo>
                  <a:cubicBezTo>
                    <a:pt x="7" y="16"/>
                    <a:pt x="4" y="21"/>
                    <a:pt x="0" y="25"/>
                  </a:cubicBezTo>
                  <a:cubicBezTo>
                    <a:pt x="9" y="32"/>
                    <a:pt x="20" y="36"/>
                    <a:pt x="33" y="37"/>
                  </a:cubicBezTo>
                  <a:cubicBezTo>
                    <a:pt x="35" y="33"/>
                    <a:pt x="37" y="30"/>
                    <a:pt x="39" y="26"/>
                  </a:cubicBezTo>
                  <a:cubicBezTo>
                    <a:pt x="39" y="26"/>
                    <a:pt x="39" y="26"/>
                    <a:pt x="39" y="26"/>
                  </a:cubicBezTo>
                  <a:cubicBezTo>
                    <a:pt x="43" y="18"/>
                    <a:pt x="40" y="9"/>
                    <a:pt x="33" y="5"/>
                  </a:cubicBezTo>
                  <a:cubicBezTo>
                    <a:pt x="25" y="0"/>
                    <a:pt x="15" y="3"/>
                    <a:pt x="10" y="11"/>
                  </a:cubicBezTo>
                  <a:close/>
                </a:path>
              </a:pathLst>
            </a:custGeom>
            <a:solidFill>
              <a:srgbClr val="B34389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E2356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105" name="Google Shape;105;g20c3afcc4d7_0_45024"/>
            <p:cNvSpPr/>
            <p:nvPr/>
          </p:nvSpPr>
          <p:spPr>
            <a:xfrm>
              <a:off x="865188" y="493713"/>
              <a:ext cx="358775" cy="388938"/>
            </a:xfrm>
            <a:custGeom>
              <a:avLst/>
              <a:gdLst/>
              <a:ahLst/>
              <a:cxnLst/>
              <a:rect l="l" t="t" r="r" b="b"/>
              <a:pathLst>
                <a:path w="185" h="198" extrusionOk="0">
                  <a:moveTo>
                    <a:pt x="96" y="165"/>
                  </a:moveTo>
                  <a:cubicBezTo>
                    <a:pt x="61" y="163"/>
                    <a:pt x="33" y="134"/>
                    <a:pt x="33" y="99"/>
                  </a:cubicBezTo>
                  <a:cubicBezTo>
                    <a:pt x="33" y="62"/>
                    <a:pt x="62" y="33"/>
                    <a:pt x="99" y="33"/>
                  </a:cubicBezTo>
                  <a:cubicBezTo>
                    <a:pt x="121" y="33"/>
                    <a:pt x="141" y="44"/>
                    <a:pt x="153" y="61"/>
                  </a:cubicBezTo>
                  <a:cubicBezTo>
                    <a:pt x="158" y="68"/>
                    <a:pt x="167" y="70"/>
                    <a:pt x="175" y="66"/>
                  </a:cubicBezTo>
                  <a:cubicBezTo>
                    <a:pt x="183" y="62"/>
                    <a:pt x="185" y="51"/>
                    <a:pt x="181" y="43"/>
                  </a:cubicBezTo>
                  <a:cubicBezTo>
                    <a:pt x="181" y="43"/>
                    <a:pt x="181" y="43"/>
                    <a:pt x="181" y="43"/>
                  </a:cubicBezTo>
                  <a:cubicBezTo>
                    <a:pt x="163" y="17"/>
                    <a:pt x="133" y="0"/>
                    <a:pt x="99" y="0"/>
                  </a:cubicBezTo>
                  <a:cubicBezTo>
                    <a:pt x="44" y="0"/>
                    <a:pt x="0" y="44"/>
                    <a:pt x="0" y="99"/>
                  </a:cubicBezTo>
                  <a:cubicBezTo>
                    <a:pt x="0" y="153"/>
                    <a:pt x="44" y="198"/>
                    <a:pt x="99" y="198"/>
                  </a:cubicBezTo>
                  <a:cubicBezTo>
                    <a:pt x="109" y="198"/>
                    <a:pt x="119" y="196"/>
                    <a:pt x="129" y="193"/>
                  </a:cubicBezTo>
                  <a:cubicBezTo>
                    <a:pt x="116" y="186"/>
                    <a:pt x="105" y="176"/>
                    <a:pt x="96" y="165"/>
                  </a:cubicBezTo>
                  <a:close/>
                </a:path>
              </a:pathLst>
            </a:custGeom>
            <a:solidFill>
              <a:srgbClr val="B34389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E2356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106" name="Google Shape;106;g20c3afcc4d7_0_45024"/>
            <p:cNvSpPr/>
            <p:nvPr/>
          </p:nvSpPr>
          <p:spPr>
            <a:xfrm>
              <a:off x="1023938" y="493713"/>
              <a:ext cx="387350" cy="388938"/>
            </a:xfrm>
            <a:custGeom>
              <a:avLst/>
              <a:gdLst/>
              <a:ahLst/>
              <a:cxnLst/>
              <a:rect l="l" t="t" r="r" b="b"/>
              <a:pathLst>
                <a:path w="199" h="198" extrusionOk="0">
                  <a:moveTo>
                    <a:pt x="100" y="0"/>
                  </a:moveTo>
                  <a:cubicBezTo>
                    <a:pt x="89" y="0"/>
                    <a:pt x="79" y="1"/>
                    <a:pt x="69" y="4"/>
                  </a:cubicBezTo>
                  <a:cubicBezTo>
                    <a:pt x="82" y="12"/>
                    <a:pt x="93" y="21"/>
                    <a:pt x="102" y="33"/>
                  </a:cubicBezTo>
                  <a:cubicBezTo>
                    <a:pt x="137" y="34"/>
                    <a:pt x="165" y="63"/>
                    <a:pt x="165" y="99"/>
                  </a:cubicBezTo>
                  <a:cubicBezTo>
                    <a:pt x="165" y="135"/>
                    <a:pt x="136" y="165"/>
                    <a:pt x="100" y="165"/>
                  </a:cubicBezTo>
                  <a:cubicBezTo>
                    <a:pt x="63" y="165"/>
                    <a:pt x="34" y="135"/>
                    <a:pt x="34" y="99"/>
                  </a:cubicBezTo>
                  <a:cubicBezTo>
                    <a:pt x="34" y="81"/>
                    <a:pt x="40" y="65"/>
                    <a:pt x="51" y="54"/>
                  </a:cubicBezTo>
                  <a:cubicBezTo>
                    <a:pt x="42" y="47"/>
                    <a:pt x="31" y="42"/>
                    <a:pt x="19" y="42"/>
                  </a:cubicBezTo>
                  <a:cubicBezTo>
                    <a:pt x="7" y="58"/>
                    <a:pt x="0" y="78"/>
                    <a:pt x="0" y="99"/>
                  </a:cubicBezTo>
                  <a:cubicBezTo>
                    <a:pt x="0" y="153"/>
                    <a:pt x="45" y="198"/>
                    <a:pt x="100" y="198"/>
                  </a:cubicBezTo>
                  <a:cubicBezTo>
                    <a:pt x="154" y="198"/>
                    <a:pt x="199" y="153"/>
                    <a:pt x="199" y="99"/>
                  </a:cubicBezTo>
                  <a:cubicBezTo>
                    <a:pt x="199" y="44"/>
                    <a:pt x="154" y="0"/>
                    <a:pt x="100" y="0"/>
                  </a:cubicBezTo>
                  <a:close/>
                </a:path>
              </a:pathLst>
            </a:custGeom>
            <a:solidFill>
              <a:srgbClr val="592673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E2356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sp>
        <p:nvSpPr>
          <p:cNvPr id="107" name="Google Shape;107;g20c3afcc4d7_0_45024"/>
          <p:cNvSpPr/>
          <p:nvPr/>
        </p:nvSpPr>
        <p:spPr>
          <a:xfrm>
            <a:off x="0" y="-15400"/>
            <a:ext cx="9144000" cy="518970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</p:spTree>
  </p:cSld>
  <p:clrMapOvr>
    <a:masterClrMapping/>
  </p:clrMapOvr>
</p:sldLayout>
</file>

<file path=ppt\slideLayouts\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7/ Slide vide fond clair">
  <p:cSld name="17/ Slide vide fond clair">
    <p:bg>
      <p:bgPr>
        <a:solidFill>
          <a:schemeClr val="lt1"/>
        </a:solidFill>
        <a:effectLst/>
      </p:bgPr>
    </p:bg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20c3afcc4d7_0_45056"/>
          <p:cNvSpPr txBox="1">
            <a:spLocks noGrp="1"/>
          </p:cNvSpPr>
          <p:nvPr>
            <p:ph type="sldNum" idx="12"/>
          </p:nvPr>
        </p:nvSpPr>
        <p:spPr>
          <a:xfrm>
            <a:off x="8787600" y="4886525"/>
            <a:ext cx="354300" cy="16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\slideLayouts\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06 - Slide vide">
  <p:cSld name="06 - Slide vide">
    <p:bg>
      <p:bgPr>
        <a:solidFill>
          <a:schemeClr val="accent2"/>
        </a:solidFill>
        <a:effectLst/>
      </p:bgPr>
    </p:bg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\slideLayouts\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2/ Titre, sous-titre et contenu">
  <p:cSld name="02/ Titre, sous-titre et contenu"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20c3afcc4d7_0_45059"/>
          <p:cNvSpPr txBox="1">
            <a:spLocks noGrp="1"/>
          </p:cNvSpPr>
          <p:nvPr>
            <p:ph type="body" idx="1"/>
          </p:nvPr>
        </p:nvSpPr>
        <p:spPr>
          <a:xfrm>
            <a:off x="508001" y="1059657"/>
            <a:ext cx="8132700" cy="36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175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Noto Sans Symbols"/>
              <a:buChar char="๏"/>
              <a:defRPr sz="140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914400" marR="0" lvl="1" indent="-29718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80"/>
              <a:buFont typeface="Century Gothic"/>
              <a:buChar char="&lt;"/>
              <a:defRPr sz="120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1371600" marR="0" lvl="2" indent="-28448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880"/>
              <a:buFont typeface="Century Gothic"/>
              <a:buChar char="+"/>
              <a:defRPr sz="110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1828800" marR="0" lvl="3" indent="-2921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Courier New"/>
              <a:buChar char="o"/>
              <a:defRPr sz="100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2286000" marR="0" lvl="4" indent="-2921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"/>
              <a:buChar char="○"/>
              <a:defRPr b="0" i="0" u="none" strike="noStrike" cap="none"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2743200" marR="0" lvl="5" indent="-2921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"/>
              <a:buChar char="○"/>
              <a:defRPr b="0" i="0" u="none" strike="noStrike" cap="none"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3200400" marR="0" lvl="6" indent="-2921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"/>
              <a:buChar char="○"/>
              <a:defRPr b="0" i="0" u="none" strike="noStrike" cap="none"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3657600" marR="0" lvl="7" indent="-2921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"/>
              <a:buChar char="○"/>
              <a:defRPr b="0" i="0" u="none" strike="noStrike" cap="none"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4114800" marR="0" lvl="8" indent="-2921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"/>
              <a:buChar char="○"/>
              <a:defRPr b="0" i="0" u="none" strike="noStrike" cap="none"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endParaRPr/>
          </a:p>
        </p:txBody>
      </p:sp>
      <p:sp>
        <p:nvSpPr>
          <p:cNvPr id="113" name="Google Shape;113;g20c3afcc4d7_0_45059"/>
          <p:cNvSpPr txBox="1">
            <a:spLocks noGrp="1"/>
          </p:cNvSpPr>
          <p:nvPr>
            <p:ph type="sldNum" idx="12"/>
          </p:nvPr>
        </p:nvSpPr>
        <p:spPr>
          <a:xfrm>
            <a:off x="8787600" y="4886525"/>
            <a:ext cx="354300" cy="16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14" name="Google Shape;114;g20c3afcc4d7_0_45059"/>
          <p:cNvSpPr txBox="1">
            <a:spLocks noGrp="1"/>
          </p:cNvSpPr>
          <p:nvPr>
            <p:ph type="title"/>
          </p:nvPr>
        </p:nvSpPr>
        <p:spPr>
          <a:xfrm>
            <a:off x="510103" y="86636"/>
            <a:ext cx="81327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Century Gothic"/>
              <a:buNone/>
              <a:defRPr sz="2100" b="1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5" name="Google Shape;115;g20c3afcc4d7_0_45059"/>
          <p:cNvSpPr txBox="1">
            <a:spLocks noGrp="1"/>
          </p:cNvSpPr>
          <p:nvPr>
            <p:ph type="subTitle" idx="2"/>
          </p:nvPr>
        </p:nvSpPr>
        <p:spPr>
          <a:xfrm>
            <a:off x="505650" y="411225"/>
            <a:ext cx="8132700" cy="32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500">
                <a:solidFill>
                  <a:schemeClr val="lt2"/>
                </a:solidFill>
              </a:defRPr>
            </a:lvl1pPr>
            <a:lvl2pPr lvl="1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1080"/>
              <a:buNone/>
              <a:defRPr/>
            </a:lvl2pPr>
            <a:lvl3pPr lvl="2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880"/>
              <a:buNone/>
              <a:defRPr/>
            </a:lvl3pPr>
            <a:lvl4pPr lvl="3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4pPr>
            <a:lvl5pPr lvl="4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5pPr>
            <a:lvl6pPr lvl="5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6pPr>
            <a:lvl7pPr lvl="6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7pPr>
            <a:lvl8pPr lvl="7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8pPr>
            <a:lvl9pPr lvl="8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\slideLayouts\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sposition personnalisée">
  <p:cSld name="7_Disposition personnalisée"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20c3afcc4d7_0_45064"/>
          <p:cNvSpPr txBox="1">
            <a:spLocks noGrp="1"/>
          </p:cNvSpPr>
          <p:nvPr>
            <p:ph type="title"/>
          </p:nvPr>
        </p:nvSpPr>
        <p:spPr>
          <a:xfrm>
            <a:off x="503238" y="181786"/>
            <a:ext cx="8137500" cy="2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8" name="Google Shape;118;g20c3afcc4d7_0_45064"/>
          <p:cNvSpPr txBox="1">
            <a:spLocks noGrp="1"/>
          </p:cNvSpPr>
          <p:nvPr>
            <p:ph type="body" idx="1"/>
          </p:nvPr>
        </p:nvSpPr>
        <p:spPr>
          <a:xfrm>
            <a:off x="503238" y="766764"/>
            <a:ext cx="8137500" cy="385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320040" algn="l">
              <a:lnSpc>
                <a:spcPct val="100000"/>
              </a:lnSpc>
              <a:spcBef>
                <a:spcPts val="388"/>
              </a:spcBef>
              <a:spcAft>
                <a:spcPts val="0"/>
              </a:spcAft>
              <a:buSzPts val="1440"/>
              <a:buChar char="๏"/>
              <a:defRPr/>
            </a:lvl1pPr>
            <a:lvl2pPr marL="914400" lvl="1" indent="-320040" algn="l">
              <a:lnSpc>
                <a:spcPct val="100000"/>
              </a:lnSpc>
              <a:spcBef>
                <a:spcPts val="388"/>
              </a:spcBef>
              <a:spcAft>
                <a:spcPts val="0"/>
              </a:spcAft>
              <a:buSzPts val="1440"/>
              <a:buChar char="&gt;"/>
              <a:defRPr/>
            </a:lvl2pPr>
            <a:lvl3pPr marL="1371600" lvl="2" indent="-330200" algn="l">
              <a:lnSpc>
                <a:spcPct val="100000"/>
              </a:lnSpc>
              <a:spcBef>
                <a:spcPts val="388"/>
              </a:spcBef>
              <a:spcAft>
                <a:spcPts val="0"/>
              </a:spcAft>
              <a:buSzPts val="1600"/>
              <a:buChar char="+"/>
              <a:defRPr/>
            </a:lvl3pPr>
            <a:lvl4pPr marL="1828800" lvl="3" indent="-285750" algn="l">
              <a:lnSpc>
                <a:spcPct val="100000"/>
              </a:lnSpc>
              <a:spcBef>
                <a:spcPts val="388"/>
              </a:spcBef>
              <a:spcAft>
                <a:spcPts val="0"/>
              </a:spcAft>
              <a:buSzPts val="900"/>
              <a:buChar char="o"/>
              <a:defRPr/>
            </a:lvl4pPr>
            <a:lvl5pPr marL="2286000" lvl="4" indent="-320039" algn="l">
              <a:lnSpc>
                <a:spcPct val="100000"/>
              </a:lnSpc>
              <a:spcBef>
                <a:spcPts val="388"/>
              </a:spcBef>
              <a:spcAft>
                <a:spcPts val="0"/>
              </a:spcAft>
              <a:buSzPts val="1440"/>
              <a:buChar char="○"/>
              <a:defRPr/>
            </a:lvl5pPr>
            <a:lvl6pPr marL="2743200" lvl="5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7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6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6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600"/>
              <a:buNone/>
              <a:defRPr/>
            </a:lvl9pPr>
          </a:lstStyle>
          <a:p>
            <a:endParaRPr/>
          </a:p>
        </p:txBody>
      </p:sp>
      <p:sp>
        <p:nvSpPr>
          <p:cNvPr id="119" name="Google Shape;119;g20c3afcc4d7_0_45064"/>
          <p:cNvSpPr txBox="1">
            <a:spLocks noGrp="1"/>
          </p:cNvSpPr>
          <p:nvPr>
            <p:ph type="sldNum" idx="12"/>
          </p:nvPr>
        </p:nvSpPr>
        <p:spPr>
          <a:xfrm>
            <a:off x="8786812" y="4862513"/>
            <a:ext cx="357300" cy="17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Helvetica Neue"/>
              <a:buNone/>
              <a:defRPr sz="900" b="0" i="0" u="none" strike="noStrike" cap="non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Helvetica Neue"/>
              <a:buNone/>
              <a:defRPr sz="900" b="0" i="0" u="none" strike="noStrike" cap="non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Helvetica Neue"/>
              <a:buNone/>
              <a:defRPr sz="900" b="0" i="0" u="none" strike="noStrike" cap="non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Helvetica Neue"/>
              <a:buNone/>
              <a:defRPr sz="900" b="0" i="0" u="none" strike="noStrike" cap="non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Helvetica Neue"/>
              <a:buNone/>
              <a:defRPr sz="900" b="0" i="0" u="none" strike="noStrike" cap="non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Helvetica Neue"/>
              <a:buNone/>
              <a:defRPr sz="900" b="0" i="0" u="none" strike="noStrike" cap="non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Helvetica Neue"/>
              <a:buNone/>
              <a:defRPr sz="900" b="0" i="0" u="none" strike="noStrike" cap="non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Helvetica Neue"/>
              <a:buNone/>
              <a:defRPr sz="900" b="0" i="0" u="none" strike="noStrike" cap="non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Helvetica Neue"/>
              <a:buNone/>
              <a:defRPr sz="900" b="0" i="0" u="none" strike="noStrike" cap="non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sz="1400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120" name="Google Shape;120;g20c3afcc4d7_0_45064"/>
          <p:cNvSpPr txBox="1">
            <a:spLocks noGrp="1"/>
          </p:cNvSpPr>
          <p:nvPr>
            <p:ph type="ftr" idx="11"/>
          </p:nvPr>
        </p:nvSpPr>
        <p:spPr>
          <a:xfrm>
            <a:off x="5292725" y="4870847"/>
            <a:ext cx="3348000" cy="1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800" b="0" i="0" u="none" strike="noStrike" cap="none">
                <a:solidFill>
                  <a:srgbClr val="0E2356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\slideLayouts\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51 - Chapitre [2]">
  <p:cSld name="51 - Chapitre [2]">
    <p:bg>
      <p:bgPr>
        <a:solidFill>
          <a:schemeClr val="lt1"/>
        </a:solidFill>
        <a:effectLst/>
      </p:bgPr>
    </p:bg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g20c3afcc4d7_0_45076"/>
          <p:cNvSpPr txBox="1">
            <a:spLocks noGrp="1"/>
          </p:cNvSpPr>
          <p:nvPr>
            <p:ph type="title"/>
          </p:nvPr>
        </p:nvSpPr>
        <p:spPr>
          <a:xfrm>
            <a:off x="655350" y="1918050"/>
            <a:ext cx="6551100" cy="18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Century Gothic"/>
              <a:buNone/>
              <a:defRPr sz="4800" b="1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Century Gothic"/>
              <a:buNone/>
              <a:defRPr>
                <a:solidFill>
                  <a:schemeClr val="lt1"/>
                </a:solidFill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Century Gothic"/>
              <a:buNone/>
              <a:defRPr>
                <a:solidFill>
                  <a:schemeClr val="lt1"/>
                </a:solidFill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Century Gothic"/>
              <a:buNone/>
              <a:defRPr>
                <a:solidFill>
                  <a:schemeClr val="lt1"/>
                </a:solidFill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Century Gothic"/>
              <a:buNone/>
              <a:defRPr>
                <a:solidFill>
                  <a:schemeClr val="lt1"/>
                </a:solidFill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Century Gothic"/>
              <a:buNone/>
              <a:defRPr>
                <a:solidFill>
                  <a:schemeClr val="lt1"/>
                </a:solidFill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Century Gothic"/>
              <a:buNone/>
              <a:defRPr>
                <a:solidFill>
                  <a:schemeClr val="lt1"/>
                </a:solidFill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Century Gothic"/>
              <a:buNone/>
              <a:defRPr>
                <a:solidFill>
                  <a:schemeClr val="lt1"/>
                </a:solidFill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Century Gothic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23" name="Google Shape;123;g20c3afcc4d7_0_45076"/>
          <p:cNvSpPr txBox="1">
            <a:spLocks noGrp="1"/>
          </p:cNvSpPr>
          <p:nvPr>
            <p:ph type="body" idx="1"/>
          </p:nvPr>
        </p:nvSpPr>
        <p:spPr>
          <a:xfrm>
            <a:off x="655350" y="766125"/>
            <a:ext cx="949800" cy="83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3000" b="1" i="0" u="none" strike="noStrike" cap="none">
                <a:solidFill>
                  <a:schemeClr val="lt1"/>
                </a:solidFill>
              </a:defRPr>
            </a:lvl1pPr>
            <a:lvl2pPr marL="914400" lvl="1" indent="-29845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&gt;"/>
              <a:defRPr>
                <a:solidFill>
                  <a:schemeClr val="lt1"/>
                </a:solidFill>
              </a:defRPr>
            </a:lvl2pPr>
            <a:lvl3pPr marL="1371600" lvl="2" indent="-2921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+"/>
              <a:defRPr>
                <a:solidFill>
                  <a:schemeClr val="lt1"/>
                </a:solidFill>
              </a:defRPr>
            </a:lvl3pPr>
            <a:lvl4pPr marL="1828800" lvl="3" indent="-28575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Char char="o"/>
              <a:defRPr>
                <a:solidFill>
                  <a:schemeClr val="lt1"/>
                </a:solidFill>
              </a:defRPr>
            </a:lvl4pPr>
            <a:lvl5pPr marL="2286000" lvl="4" indent="-2794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○"/>
              <a:defRPr>
                <a:solidFill>
                  <a:schemeClr val="lt1"/>
                </a:solidFill>
              </a:defRPr>
            </a:lvl5pPr>
            <a:lvl6pPr marL="2743200" lvl="5" indent="-27305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Char char="○"/>
              <a:defRPr>
                <a:solidFill>
                  <a:schemeClr val="lt1"/>
                </a:solidFill>
              </a:defRPr>
            </a:lvl6pPr>
            <a:lvl7pPr marL="3200400" lvl="6" indent="-2667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Char char="○"/>
              <a:defRPr>
                <a:solidFill>
                  <a:schemeClr val="lt1"/>
                </a:solidFill>
              </a:defRPr>
            </a:lvl7pPr>
            <a:lvl8pPr marL="3657600" lvl="7" indent="-2667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Char char="○"/>
              <a:defRPr>
                <a:solidFill>
                  <a:schemeClr val="lt1"/>
                </a:solidFill>
              </a:defRPr>
            </a:lvl8pPr>
            <a:lvl9pPr marL="4114800" lvl="8" indent="-2667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Char char="○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\slideLayouts\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59 - There is a better way">
  <p:cSld name="59 - There is a better way">
    <p:bg>
      <p:bgPr>
        <a:solidFill>
          <a:schemeClr val="lt1"/>
        </a:solidFill>
        <a:effectLst/>
      </p:bgPr>
    </p:bg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\slideLayouts\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re et sous-titre">
  <p:cSld name="TItre et sous-titre"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20c3afcc4d7_0_45084"/>
          <p:cNvSpPr txBox="1">
            <a:spLocks noGrp="1"/>
          </p:cNvSpPr>
          <p:nvPr>
            <p:ph type="sldNum" idx="12"/>
          </p:nvPr>
        </p:nvSpPr>
        <p:spPr>
          <a:xfrm>
            <a:off x="8737200" y="4873501"/>
            <a:ext cx="354300" cy="16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7" name="Google Shape;127;g20c3afcc4d7_0_45084"/>
          <p:cNvSpPr txBox="1">
            <a:spLocks noGrp="1"/>
          </p:cNvSpPr>
          <p:nvPr>
            <p:ph type="body" idx="1"/>
          </p:nvPr>
        </p:nvSpPr>
        <p:spPr>
          <a:xfrm>
            <a:off x="508002" y="525536"/>
            <a:ext cx="8133000" cy="17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45700" anchor="t" anchorCtr="0">
            <a:noAutofit/>
          </a:bodyPr>
          <a:lstStyle>
            <a:lvl1pPr marL="457200" lvl="0" indent="-2286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900"/>
              <a:buFont typeface="Outfit"/>
              <a:buNone/>
              <a:defRPr sz="1125" b="0" i="0">
                <a:solidFill>
                  <a:srgbClr val="00A9C5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914400" lvl="1" indent="-308610" algn="l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SzPts val="1260"/>
              <a:buChar char="&gt;"/>
              <a:defRPr sz="1050">
                <a:solidFill>
                  <a:schemeClr val="accent1"/>
                </a:solidFill>
              </a:defRPr>
            </a:lvl2pPr>
            <a:lvl3pPr marL="1371600" lvl="2" indent="-289560" algn="l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SzPts val="960"/>
              <a:buChar char="+"/>
              <a:defRPr sz="900">
                <a:solidFill>
                  <a:schemeClr val="accent1"/>
                </a:solidFill>
              </a:defRPr>
            </a:lvl3pPr>
            <a:lvl4pPr marL="1828800" lvl="3" indent="-298450" algn="l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SzPts val="1100"/>
              <a:buChar char="o"/>
              <a:defRPr sz="825">
                <a:solidFill>
                  <a:schemeClr val="accent1"/>
                </a:solidFill>
              </a:defRPr>
            </a:lvl4pPr>
            <a:lvl5pPr marL="2286000" lvl="4" indent="-330200" algn="l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Clr>
                <a:schemeClr val="accent1"/>
              </a:buClr>
              <a:buSzPts val="1600"/>
              <a:buChar char="o"/>
              <a:defRPr sz="1200">
                <a:solidFill>
                  <a:schemeClr val="accent1"/>
                </a:solidFill>
              </a:defRPr>
            </a:lvl5pPr>
            <a:lvl6pPr marL="2743200" lvl="5" indent="-342900" algn="l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Clr>
                <a:schemeClr val="dk1"/>
              </a:buClr>
              <a:buSzPts val="1800"/>
              <a:buChar char="o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8" name="Google Shape;128;g20c3afcc4d7_0_45084"/>
          <p:cNvSpPr txBox="1">
            <a:spLocks noGrp="1"/>
          </p:cNvSpPr>
          <p:nvPr>
            <p:ph type="title"/>
          </p:nvPr>
        </p:nvSpPr>
        <p:spPr>
          <a:xfrm>
            <a:off x="508001" y="245011"/>
            <a:ext cx="81330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 Black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\slideLayouts\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re, sous-titre et visuel">
  <p:cSld name="Titre, sous-titre et visuel"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20c3afcc4d7_0_45088"/>
          <p:cNvSpPr txBox="1">
            <a:spLocks noGrp="1"/>
          </p:cNvSpPr>
          <p:nvPr>
            <p:ph type="sldNum" idx="12"/>
          </p:nvPr>
        </p:nvSpPr>
        <p:spPr>
          <a:xfrm>
            <a:off x="8737200" y="4873501"/>
            <a:ext cx="354300" cy="16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31" name="Google Shape;131;g20c3afcc4d7_0_45088"/>
          <p:cNvSpPr>
            <a:spLocks noGrp="1"/>
          </p:cNvSpPr>
          <p:nvPr>
            <p:ph type="pic" idx="2"/>
          </p:nvPr>
        </p:nvSpPr>
        <p:spPr>
          <a:xfrm>
            <a:off x="-6213" y="817244"/>
            <a:ext cx="9144000" cy="39129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32" name="Google Shape;132;g20c3afcc4d7_0_45088"/>
          <p:cNvSpPr/>
          <p:nvPr/>
        </p:nvSpPr>
        <p:spPr>
          <a:xfrm>
            <a:off x="9246884" y="0"/>
            <a:ext cx="3421800" cy="1361100"/>
          </a:xfrm>
          <a:prstGeom prst="rect">
            <a:avLst/>
          </a:prstGeom>
          <a:solidFill>
            <a:schemeClr val="lt1">
              <a:alpha val="60000"/>
            </a:schemeClr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1A40"/>
              </a:buClr>
              <a:buSzPts val="600"/>
              <a:buFont typeface="Century Gothic"/>
              <a:buNone/>
            </a:pPr>
            <a:r>
              <a:rPr lang="en-US" sz="600" b="0" i="0" u="none" strike="noStrike" cap="none">
                <a:solidFill>
                  <a:srgbClr val="0A1A4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Notice</a:t>
            </a:r>
            <a:endParaRPr sz="11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"/>
              <a:buFont typeface="Century Gothic"/>
              <a:buNone/>
            </a:pPr>
            <a:r>
              <a:rPr lang="en-US" sz="600" b="1" i="0" u="none" strike="noStrike" cap="none">
                <a:solidFill>
                  <a:schemeClr val="lt2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Texte</a:t>
            </a:r>
            <a:endParaRPr sz="11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600"/>
              <a:buFont typeface="Outfit"/>
              <a:buNone/>
            </a:pPr>
            <a:endParaRPr sz="600" b="0" i="0" u="none" strike="noStrike" cap="none">
              <a:solidFill>
                <a:srgbClr val="0A1A4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1A40"/>
              </a:buClr>
              <a:buSzPts val="600"/>
              <a:buFont typeface="Century Gothic"/>
              <a:buNone/>
            </a:pPr>
            <a:r>
              <a:rPr lang="en-US" sz="600" b="1" i="0" u="none" strike="noStrike" cap="none">
                <a:solidFill>
                  <a:srgbClr val="0A1A4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Polices :</a:t>
            </a:r>
            <a:endParaRPr sz="11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  <a:p>
            <a:pPr marL="12700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1A40"/>
              </a:buClr>
              <a:buSzPts val="600"/>
              <a:buFont typeface="Century Gothic"/>
              <a:buChar char="-"/>
            </a:pPr>
            <a:r>
              <a:rPr lang="en-US" sz="600" b="0" i="0" u="none" strike="noStrike" cap="none">
                <a:solidFill>
                  <a:srgbClr val="0A1A4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Titre : Century Gothic BOLD– 21pts</a:t>
            </a:r>
            <a:endParaRPr sz="11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  <a:p>
            <a:pPr marL="12700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1A40"/>
              </a:buClr>
              <a:buSzPts val="600"/>
              <a:buFont typeface="Century Gothic"/>
              <a:buChar char="-"/>
            </a:pPr>
            <a:r>
              <a:rPr lang="en-US" sz="600" b="0" i="0" u="none" strike="noStrike" cap="none">
                <a:solidFill>
                  <a:srgbClr val="0A1A4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Sous-titre : Century Gothic NORMAL – 15pts</a:t>
            </a:r>
            <a:endParaRPr sz="600" b="0" i="0" u="none" strike="noStrike" cap="none">
              <a:solidFill>
                <a:srgbClr val="0A1A4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12700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1A40"/>
              </a:buClr>
              <a:buSzPts val="600"/>
              <a:buFont typeface="Century Gothic"/>
              <a:buChar char="-"/>
            </a:pPr>
            <a:r>
              <a:rPr lang="en-US" sz="600" b="0" i="0" u="none" strike="noStrike" cap="none">
                <a:solidFill>
                  <a:srgbClr val="0A1A4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Texte : Century Gothic NORMAL</a:t>
            </a:r>
            <a:endParaRPr sz="600" b="0" i="0" u="none" strike="noStrike" cap="none">
              <a:solidFill>
                <a:srgbClr val="0A1A4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68580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1A40"/>
              </a:buClr>
              <a:buSzPts val="600"/>
              <a:buFont typeface="Century Gothic"/>
              <a:buNone/>
            </a:pPr>
            <a:r>
              <a:rPr lang="en-US" sz="600" b="0" i="0" u="none" strike="noStrike" cap="none">
                <a:solidFill>
                  <a:srgbClr val="0A1A4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Niv1– 14pts</a:t>
            </a:r>
            <a:endParaRPr sz="11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  <a:p>
            <a:pPr marL="68580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1A40"/>
              </a:buClr>
              <a:buSzPts val="600"/>
              <a:buFont typeface="Century Gothic"/>
              <a:buNone/>
            </a:pPr>
            <a:r>
              <a:rPr lang="en-US" sz="600" b="0" i="0" u="none" strike="noStrike" cap="none">
                <a:solidFill>
                  <a:srgbClr val="0A1A4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Niv2– 12pts</a:t>
            </a:r>
            <a:endParaRPr sz="11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  <a:p>
            <a:pPr marL="68580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1A40"/>
              </a:buClr>
              <a:buSzPts val="600"/>
              <a:buFont typeface="Century Gothic"/>
              <a:buNone/>
            </a:pPr>
            <a:r>
              <a:rPr lang="en-US" sz="600" b="0" i="0" u="none" strike="noStrike" cap="none">
                <a:solidFill>
                  <a:srgbClr val="0A1A4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Niv3– 11pts</a:t>
            </a:r>
            <a:endParaRPr sz="11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  <a:p>
            <a:pPr marL="68580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1A40"/>
              </a:buClr>
              <a:buSzPts val="600"/>
              <a:buFont typeface="Century Gothic"/>
              <a:buNone/>
            </a:pPr>
            <a:r>
              <a:rPr lang="en-US" sz="600" b="0" i="0" u="none" strike="noStrike" cap="none">
                <a:solidFill>
                  <a:srgbClr val="0A1A4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Niv4– 10pts</a:t>
            </a:r>
            <a:endParaRPr sz="600" b="0" i="0" u="none" strike="noStrike" cap="none">
              <a:solidFill>
                <a:srgbClr val="0A1A4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133" name="Google Shape;133;g20c3afcc4d7_0_45088"/>
          <p:cNvSpPr txBox="1">
            <a:spLocks noGrp="1"/>
          </p:cNvSpPr>
          <p:nvPr>
            <p:ph type="title"/>
          </p:nvPr>
        </p:nvSpPr>
        <p:spPr>
          <a:xfrm>
            <a:off x="508001" y="245011"/>
            <a:ext cx="81327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34" name="Google Shape;134;g20c3afcc4d7_0_45088"/>
          <p:cNvSpPr txBox="1">
            <a:spLocks noGrp="1"/>
          </p:cNvSpPr>
          <p:nvPr>
            <p:ph type="body" idx="1"/>
          </p:nvPr>
        </p:nvSpPr>
        <p:spPr>
          <a:xfrm>
            <a:off x="508002" y="525536"/>
            <a:ext cx="8132700" cy="17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34275" anchor="t" anchorCtr="0">
            <a:noAutofit/>
          </a:bodyPr>
          <a:lstStyle>
            <a:lvl1pPr marL="457200" lvl="0" indent="-2286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700"/>
              <a:buFont typeface="Outfit"/>
              <a:buNone/>
              <a:defRPr sz="1100" b="0" i="0">
                <a:solidFill>
                  <a:srgbClr val="00A9C5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914400" lvl="1" indent="-28575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900"/>
              <a:buChar char="&gt;"/>
              <a:defRPr sz="1100">
                <a:solidFill>
                  <a:schemeClr val="accent1"/>
                </a:solidFill>
              </a:defRPr>
            </a:lvl2pPr>
            <a:lvl3pPr marL="1371600" lvl="2" indent="-27305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700"/>
              <a:buChar char="+"/>
              <a:defRPr sz="900">
                <a:solidFill>
                  <a:schemeClr val="accent1"/>
                </a:solidFill>
              </a:defRPr>
            </a:lvl3pPr>
            <a:lvl4pPr marL="1828800" lvl="3" indent="-279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800"/>
              <a:buChar char="o"/>
              <a:defRPr sz="800">
                <a:solidFill>
                  <a:schemeClr val="accent1"/>
                </a:solidFill>
              </a:defRPr>
            </a:lvl4pPr>
            <a:lvl5pPr marL="2286000" lvl="4" indent="-304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200"/>
              <a:buChar char="o"/>
              <a:defRPr sz="1200">
                <a:solidFill>
                  <a:schemeClr val="accen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400"/>
              <a:buChar char="o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135" name="Google Shape;135;g20c3afcc4d7_0_45088"/>
          <p:cNvSpPr/>
          <p:nvPr/>
        </p:nvSpPr>
        <p:spPr>
          <a:xfrm>
            <a:off x="431432" y="4886532"/>
            <a:ext cx="1846800" cy="13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"/>
              <a:buFont typeface="Century Gothic"/>
              <a:buNone/>
            </a:pPr>
            <a:r>
              <a:rPr lang="en-US" sz="40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OCTO Part of Accenture Digital © 2019 - All rights reserved</a:t>
            </a:r>
            <a:endParaRPr sz="11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pic>
        <p:nvPicPr>
          <p:cNvPr id="136" name="Google Shape;136;g20c3afcc4d7_0_4508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535865" y="4844692"/>
            <a:ext cx="6165078" cy="22369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\slideLayouts\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Disposition personnalisée">
  <p:cSld name="2_Disposition personnalisée"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20c3afcc4d7_0_45098"/>
          <p:cNvSpPr txBox="1">
            <a:spLocks noGrp="1"/>
          </p:cNvSpPr>
          <p:nvPr>
            <p:ph type="title"/>
          </p:nvPr>
        </p:nvSpPr>
        <p:spPr>
          <a:xfrm>
            <a:off x="899592" y="194400"/>
            <a:ext cx="7704900" cy="3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9" name="Google Shape;139;g20c3afcc4d7_0_45098"/>
          <p:cNvSpPr txBox="1">
            <a:spLocks noGrp="1"/>
          </p:cNvSpPr>
          <p:nvPr>
            <p:ph type="body" idx="1"/>
          </p:nvPr>
        </p:nvSpPr>
        <p:spPr>
          <a:xfrm>
            <a:off x="900385" y="612000"/>
            <a:ext cx="77040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 i="0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0"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0" name="Google Shape;140;g20c3afcc4d7_0_45098"/>
          <p:cNvSpPr txBox="1">
            <a:spLocks noGrp="1"/>
          </p:cNvSpPr>
          <p:nvPr>
            <p:ph type="body" idx="2"/>
          </p:nvPr>
        </p:nvSpPr>
        <p:spPr>
          <a:xfrm>
            <a:off x="899592" y="1131589"/>
            <a:ext cx="7704900" cy="371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Char char="ʘ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∙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o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\slideLayouts\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Disposition personnalisée 1">
  <p:cSld name="6_Disposition personnalisée_1"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20c3afcc4d7_0_45102"/>
          <p:cNvSpPr txBox="1">
            <a:spLocks noGrp="1"/>
          </p:cNvSpPr>
          <p:nvPr>
            <p:ph type="body" idx="1"/>
          </p:nvPr>
        </p:nvSpPr>
        <p:spPr>
          <a:xfrm>
            <a:off x="900113" y="1131888"/>
            <a:ext cx="3600600" cy="37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400"/>
              <a:buChar char="ʘ"/>
              <a:defRPr sz="1400"/>
            </a:lvl1pPr>
            <a:lvl2pPr marL="914400" lvl="1" indent="-30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Char char="∙"/>
              <a:defRPr sz="1200"/>
            </a:lvl2pPr>
            <a:lvl3pPr marL="1371600" lvl="2" indent="-2984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100"/>
              <a:buChar char="o"/>
              <a:defRPr sz="1100"/>
            </a:lvl3pPr>
            <a:lvl4pPr marL="1828800" lvl="3" indent="-29527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050"/>
              <a:buChar char="•"/>
              <a:defRPr sz="1050"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3" name="Google Shape;143;g20c3afcc4d7_0_45102"/>
          <p:cNvSpPr txBox="1">
            <a:spLocks noGrp="1"/>
          </p:cNvSpPr>
          <p:nvPr>
            <p:ph type="body" idx="2"/>
          </p:nvPr>
        </p:nvSpPr>
        <p:spPr>
          <a:xfrm>
            <a:off x="4716463" y="1131888"/>
            <a:ext cx="3887700" cy="37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400"/>
              <a:buChar char="ʘ"/>
              <a:defRPr sz="1400"/>
            </a:lvl1pPr>
            <a:lvl2pPr marL="914400" lvl="1" indent="-30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Char char="∙"/>
              <a:defRPr sz="1200"/>
            </a:lvl2pPr>
            <a:lvl3pPr marL="1371600" lvl="2" indent="-2984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100"/>
              <a:buChar char="o"/>
              <a:defRPr sz="1100"/>
            </a:lvl3pPr>
            <a:lvl4pPr marL="1828800" lvl="3" indent="-29527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050"/>
              <a:buChar char="•"/>
              <a:defRPr sz="1050"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4" name="Google Shape;144;g20c3afcc4d7_0_45102"/>
          <p:cNvSpPr txBox="1">
            <a:spLocks noGrp="1"/>
          </p:cNvSpPr>
          <p:nvPr>
            <p:ph type="title"/>
          </p:nvPr>
        </p:nvSpPr>
        <p:spPr>
          <a:xfrm>
            <a:off x="899592" y="194400"/>
            <a:ext cx="7704900" cy="3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 Black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5" name="Google Shape;145;g20c3afcc4d7_0_45102"/>
          <p:cNvSpPr txBox="1">
            <a:spLocks noGrp="1"/>
          </p:cNvSpPr>
          <p:nvPr>
            <p:ph type="body" idx="3"/>
          </p:nvPr>
        </p:nvSpPr>
        <p:spPr>
          <a:xfrm>
            <a:off x="900385" y="612000"/>
            <a:ext cx="77040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 i="0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0"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\slideLayouts\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Disposition personnalisée 2">
  <p:cSld name="6_Disposition personnalisée_2"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20c3afcc4d7_0_45107"/>
          <p:cNvSpPr txBox="1">
            <a:spLocks noGrp="1"/>
          </p:cNvSpPr>
          <p:nvPr>
            <p:ph type="body" idx="1"/>
          </p:nvPr>
        </p:nvSpPr>
        <p:spPr>
          <a:xfrm>
            <a:off x="900113" y="1131888"/>
            <a:ext cx="3600600" cy="37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400"/>
              <a:buChar char="ʘ"/>
              <a:defRPr sz="1400"/>
            </a:lvl1pPr>
            <a:lvl2pPr marL="914400" lvl="1" indent="-30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Char char="∙"/>
              <a:defRPr sz="1200"/>
            </a:lvl2pPr>
            <a:lvl3pPr marL="1371600" lvl="2" indent="-2984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100"/>
              <a:buChar char="o"/>
              <a:defRPr sz="1100"/>
            </a:lvl3pPr>
            <a:lvl4pPr marL="1828800" lvl="3" indent="-29527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050"/>
              <a:buChar char="•"/>
              <a:defRPr sz="1050"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8" name="Google Shape;148;g20c3afcc4d7_0_45107"/>
          <p:cNvSpPr txBox="1">
            <a:spLocks noGrp="1"/>
          </p:cNvSpPr>
          <p:nvPr>
            <p:ph type="body" idx="2"/>
          </p:nvPr>
        </p:nvSpPr>
        <p:spPr>
          <a:xfrm>
            <a:off x="4716463" y="1131888"/>
            <a:ext cx="3887700" cy="37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400"/>
              <a:buChar char="ʘ"/>
              <a:defRPr sz="1400"/>
            </a:lvl1pPr>
            <a:lvl2pPr marL="914400" lvl="1" indent="-30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Char char="∙"/>
              <a:defRPr sz="1200"/>
            </a:lvl2pPr>
            <a:lvl3pPr marL="1371600" lvl="2" indent="-2984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100"/>
              <a:buChar char="o"/>
              <a:defRPr sz="1100"/>
            </a:lvl3pPr>
            <a:lvl4pPr marL="1828800" lvl="3" indent="-29527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050"/>
              <a:buChar char="•"/>
              <a:defRPr sz="1050"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9" name="Google Shape;149;g20c3afcc4d7_0_45107"/>
          <p:cNvSpPr txBox="1">
            <a:spLocks noGrp="1"/>
          </p:cNvSpPr>
          <p:nvPr>
            <p:ph type="title"/>
          </p:nvPr>
        </p:nvSpPr>
        <p:spPr>
          <a:xfrm>
            <a:off x="899592" y="194400"/>
            <a:ext cx="7704900" cy="3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 Black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0" name="Google Shape;150;g20c3afcc4d7_0_45107"/>
          <p:cNvSpPr txBox="1">
            <a:spLocks noGrp="1"/>
          </p:cNvSpPr>
          <p:nvPr>
            <p:ph type="body" idx="3"/>
          </p:nvPr>
        </p:nvSpPr>
        <p:spPr>
          <a:xfrm>
            <a:off x="900385" y="612000"/>
            <a:ext cx="77040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 i="0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0"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\slideLayouts\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re, sous titre et contenu">
  <p:cSld name="1_Titre, sous titre et contenu"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20c3afcc4d7_0_45112"/>
          <p:cNvSpPr txBox="1">
            <a:spLocks noGrp="1"/>
          </p:cNvSpPr>
          <p:nvPr>
            <p:ph type="title"/>
          </p:nvPr>
        </p:nvSpPr>
        <p:spPr>
          <a:xfrm>
            <a:off x="503240" y="181786"/>
            <a:ext cx="8137500" cy="2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>
            <a:lvl1pPr marR="0"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Outfit"/>
              <a:buNone/>
              <a:defRPr sz="1700" b="1" i="0" u="none" strike="noStrike" cap="none">
                <a:solidFill>
                  <a:schemeClr val="dk2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458"/>
              </a:buClr>
              <a:buSzPts val="1100"/>
              <a:buFont typeface="Outfit"/>
              <a:buNone/>
              <a:defRPr sz="2700" b="0" i="0" u="none" strike="noStrike" cap="none">
                <a:solidFill>
                  <a:srgbClr val="002458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458"/>
              </a:buClr>
              <a:buSzPts val="1100"/>
              <a:buFont typeface="Outfit"/>
              <a:buNone/>
              <a:defRPr sz="2700" b="0" i="0" u="none" strike="noStrike" cap="none">
                <a:solidFill>
                  <a:srgbClr val="002458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458"/>
              </a:buClr>
              <a:buSzPts val="1100"/>
              <a:buFont typeface="Outfit"/>
              <a:buNone/>
              <a:defRPr sz="2700" b="0" i="0" u="none" strike="noStrike" cap="none">
                <a:solidFill>
                  <a:srgbClr val="002458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458"/>
              </a:buClr>
              <a:buSzPts val="1100"/>
              <a:buFont typeface="Outfit"/>
              <a:buNone/>
              <a:defRPr sz="2700" b="0" i="0" u="none" strike="noStrike" cap="none">
                <a:solidFill>
                  <a:srgbClr val="002458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D60"/>
              </a:buClr>
              <a:buSzPts val="1100"/>
              <a:buFont typeface="Outfit"/>
              <a:buNone/>
              <a:defRPr sz="2700" b="0" i="0" u="none" strike="noStrike" cap="none">
                <a:solidFill>
                  <a:srgbClr val="002D60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D60"/>
              </a:buClr>
              <a:buSzPts val="1100"/>
              <a:buFont typeface="Outfit"/>
              <a:buNone/>
              <a:defRPr sz="2700" b="0" i="0" u="none" strike="noStrike" cap="none">
                <a:solidFill>
                  <a:srgbClr val="002D60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D60"/>
              </a:buClr>
              <a:buSzPts val="1100"/>
              <a:buFont typeface="Outfit"/>
              <a:buNone/>
              <a:defRPr sz="2700" b="0" i="0" u="none" strike="noStrike" cap="none">
                <a:solidFill>
                  <a:srgbClr val="002D60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D60"/>
              </a:buClr>
              <a:buSzPts val="1100"/>
              <a:buFont typeface="Outfit"/>
              <a:buNone/>
              <a:defRPr sz="2700" b="0" i="0" u="none" strike="noStrike" cap="none">
                <a:solidFill>
                  <a:srgbClr val="002D60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153" name="Google Shape;153;g20c3afcc4d7_0_45112"/>
          <p:cNvSpPr txBox="1">
            <a:spLocks noGrp="1"/>
          </p:cNvSpPr>
          <p:nvPr>
            <p:ph type="body" idx="1"/>
          </p:nvPr>
        </p:nvSpPr>
        <p:spPr>
          <a:xfrm>
            <a:off x="503240" y="1134666"/>
            <a:ext cx="8137500" cy="359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t" anchorCtr="0">
            <a:noAutofit/>
          </a:bodyPr>
          <a:lstStyle>
            <a:lvl1pPr marL="457200" marR="0" lvl="0" indent="-2921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A9C5"/>
              </a:buClr>
              <a:buSzPts val="1000"/>
              <a:buFont typeface="Noto Sans"/>
              <a:buChar char="◉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921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A9C5"/>
              </a:buClr>
              <a:buSzPts val="1000"/>
              <a:buFont typeface="Merriweather Sans"/>
              <a:buChar char="&gt;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921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A9C5"/>
              </a:buClr>
              <a:buSzPts val="1000"/>
              <a:buFont typeface="Merriweather Sans"/>
              <a:buChar char="+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921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A9C5"/>
              </a:buClr>
              <a:buSzPts val="1000"/>
              <a:buFont typeface="Merriweather Sans"/>
              <a:buChar char="◦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921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A9C5"/>
              </a:buClr>
              <a:buSzPts val="1000"/>
              <a:buFont typeface="Merriweather Sans"/>
              <a:buChar char="-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4C4C4C"/>
              </a:buClr>
              <a:buSzPts val="1100"/>
              <a:buFont typeface="Outfit"/>
              <a:buNone/>
              <a:defRPr sz="1200" b="0" i="0" u="none" strike="noStrike" cap="none">
                <a:solidFill>
                  <a:srgbClr val="4C4C4C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4C4C4C"/>
              </a:buClr>
              <a:buSzPts val="1100"/>
              <a:buFont typeface="Outfit"/>
              <a:buNone/>
              <a:defRPr sz="1200" b="0" i="0" u="none" strike="noStrike" cap="none">
                <a:solidFill>
                  <a:srgbClr val="4C4C4C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4C4C4C"/>
              </a:buClr>
              <a:buSzPts val="1100"/>
              <a:buFont typeface="Outfit"/>
              <a:buNone/>
              <a:defRPr sz="1200" b="0" i="0" u="none" strike="noStrike" cap="none">
                <a:solidFill>
                  <a:srgbClr val="4C4C4C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4C4C4C"/>
              </a:buClr>
              <a:buSzPts val="1100"/>
              <a:buFont typeface="Outfit"/>
              <a:buNone/>
              <a:defRPr sz="1200" b="0" i="0" u="none" strike="noStrike" cap="none">
                <a:solidFill>
                  <a:srgbClr val="4C4C4C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154" name="Google Shape;154;g20c3afcc4d7_0_45112"/>
          <p:cNvSpPr txBox="1">
            <a:spLocks noGrp="1"/>
          </p:cNvSpPr>
          <p:nvPr>
            <p:ph type="body" idx="2"/>
          </p:nvPr>
        </p:nvSpPr>
        <p:spPr>
          <a:xfrm>
            <a:off x="506350" y="478871"/>
            <a:ext cx="8136000" cy="2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t" anchorCtr="0">
            <a:noAutofit/>
          </a:bodyPr>
          <a:lstStyle>
            <a:lvl1pPr marL="457200" marR="0" lvl="0" indent="-2286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A9C5"/>
              </a:buClr>
              <a:buSzPts val="1000"/>
              <a:buFont typeface="Outfit"/>
              <a:buNone/>
              <a:defRPr sz="1700" b="0" i="0" u="none" strike="noStrike" cap="none">
                <a:solidFill>
                  <a:srgbClr val="00A9C5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921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A9C5"/>
              </a:buClr>
              <a:buSzPts val="1000"/>
              <a:buFont typeface="Merriweather Sans"/>
              <a:buChar char="&gt;"/>
              <a:defRPr sz="1100" b="0" i="0" u="none" strike="noStrike" cap="none">
                <a:solidFill>
                  <a:schemeClr val="accent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921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A9C5"/>
              </a:buClr>
              <a:buSzPts val="1000"/>
              <a:buFont typeface="Merriweather Sans"/>
              <a:buChar char="+"/>
              <a:defRPr sz="900" b="0" i="0" u="none" strike="noStrike" cap="none">
                <a:solidFill>
                  <a:schemeClr val="accent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921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A9C5"/>
              </a:buClr>
              <a:buSzPts val="1000"/>
              <a:buFont typeface="Merriweather Sans"/>
              <a:buChar char="◦"/>
              <a:defRPr sz="800" b="0" i="0" u="none" strike="noStrike" cap="none">
                <a:solidFill>
                  <a:schemeClr val="accent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921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A9C5"/>
              </a:buClr>
              <a:buSzPts val="1000"/>
              <a:buFont typeface="Merriweather Sans"/>
              <a:buChar char="-"/>
              <a:defRPr sz="1200" b="0" i="0" u="none" strike="noStrike" cap="none">
                <a:solidFill>
                  <a:schemeClr val="accent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4C4C4C"/>
              </a:buClr>
              <a:buSzPts val="1100"/>
              <a:buFont typeface="Outfit"/>
              <a:buNone/>
              <a:defRPr sz="1200" b="0" i="0" u="none" strike="noStrike" cap="none">
                <a:solidFill>
                  <a:srgbClr val="4C4C4C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4C4C4C"/>
              </a:buClr>
              <a:buSzPts val="1100"/>
              <a:buFont typeface="Outfit"/>
              <a:buNone/>
              <a:defRPr sz="1200" b="0" i="0" u="none" strike="noStrike" cap="none">
                <a:solidFill>
                  <a:srgbClr val="4C4C4C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4C4C4C"/>
              </a:buClr>
              <a:buSzPts val="1100"/>
              <a:buFont typeface="Outfit"/>
              <a:buNone/>
              <a:defRPr sz="1200" b="0" i="0" u="none" strike="noStrike" cap="none">
                <a:solidFill>
                  <a:srgbClr val="4C4C4C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4C4C4C"/>
              </a:buClr>
              <a:buSzPts val="1100"/>
              <a:buFont typeface="Outfit"/>
              <a:buNone/>
              <a:defRPr sz="1200" b="0" i="0" u="none" strike="noStrike" cap="none">
                <a:solidFill>
                  <a:srgbClr val="4C4C4C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155" name="Google Shape;155;g20c3afcc4d7_0_45112"/>
          <p:cNvSpPr txBox="1">
            <a:spLocks noGrp="1"/>
          </p:cNvSpPr>
          <p:nvPr>
            <p:ph type="sldNum" idx="12"/>
          </p:nvPr>
        </p:nvSpPr>
        <p:spPr>
          <a:xfrm>
            <a:off x="8845125" y="4867938"/>
            <a:ext cx="345300" cy="17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Helvetica Neue"/>
              <a:buNone/>
              <a:defRPr sz="700" b="0" i="0" u="none" strike="noStrike" cap="non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Helvetica Neue"/>
              <a:buNone/>
              <a:defRPr sz="700" b="0" i="0" u="none" strike="noStrike" cap="non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Helvetica Neue"/>
              <a:buNone/>
              <a:defRPr sz="700" b="0" i="0" u="none" strike="noStrike" cap="non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Helvetica Neue"/>
              <a:buNone/>
              <a:defRPr sz="700" b="0" i="0" u="none" strike="noStrike" cap="non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Helvetica Neue"/>
              <a:buNone/>
              <a:defRPr sz="700" b="0" i="0" u="none" strike="noStrike" cap="non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Helvetica Neue"/>
              <a:buNone/>
              <a:defRPr sz="700" b="0" i="0" u="none" strike="noStrike" cap="non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Helvetica Neue"/>
              <a:buNone/>
              <a:defRPr sz="700" b="0" i="0" u="none" strike="noStrike" cap="non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Helvetica Neue"/>
              <a:buNone/>
              <a:defRPr sz="700" b="0" i="0" u="none" strike="noStrike" cap="non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Helvetica Neue"/>
              <a:buNone/>
              <a:defRPr sz="700" b="0" i="0" u="none" strike="noStrike" cap="non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\slideLayouts\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re seul">
  <p:cSld name="Titre seul 2"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20c3afcc4d7_0_45117"/>
          <p:cNvSpPr txBox="1">
            <a:spLocks noGrp="1"/>
          </p:cNvSpPr>
          <p:nvPr>
            <p:ph type="title"/>
          </p:nvPr>
        </p:nvSpPr>
        <p:spPr>
          <a:xfrm>
            <a:off x="900385" y="195486"/>
            <a:ext cx="77040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\slideLayouts\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4/ TItre seul, sans ligne">
  <p:cSld name="04/ TItre seul, sans ligne"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20c3afcc4d7_0_45119"/>
          <p:cNvSpPr txBox="1">
            <a:spLocks noGrp="1"/>
          </p:cNvSpPr>
          <p:nvPr>
            <p:ph type="sldNum" idx="12"/>
          </p:nvPr>
        </p:nvSpPr>
        <p:spPr>
          <a:xfrm>
            <a:off x="8787600" y="4886525"/>
            <a:ext cx="354300" cy="16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60" name="Google Shape;160;g20c3afcc4d7_0_45119"/>
          <p:cNvSpPr txBox="1">
            <a:spLocks noGrp="1"/>
          </p:cNvSpPr>
          <p:nvPr>
            <p:ph type="title"/>
          </p:nvPr>
        </p:nvSpPr>
        <p:spPr>
          <a:xfrm>
            <a:off x="510103" y="86636"/>
            <a:ext cx="81327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Century Gothic"/>
              <a:buNone/>
              <a:defRPr sz="2100" b="1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61" name="Google Shape;161;g20c3afcc4d7_0_45119"/>
          <p:cNvSpPr/>
          <p:nvPr/>
        </p:nvSpPr>
        <p:spPr>
          <a:xfrm>
            <a:off x="445950" y="750500"/>
            <a:ext cx="8252100" cy="153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</p:spTree>
  </p:cSld>
  <p:clrMapOvr>
    <a:masterClrMapping/>
  </p:clrMapOvr>
</p:sldLayout>
</file>

<file path=ppt\slideLayouts\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re et sous-titre, sans ligne">
  <p:cSld name="TItre et sous-titre, sans ligne"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20c3afcc4d7_0_45123"/>
          <p:cNvSpPr txBox="1">
            <a:spLocks noGrp="1"/>
          </p:cNvSpPr>
          <p:nvPr>
            <p:ph type="sldNum" idx="12"/>
          </p:nvPr>
        </p:nvSpPr>
        <p:spPr>
          <a:xfrm>
            <a:off x="8737200" y="4873501"/>
            <a:ext cx="354300" cy="16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64" name="Google Shape;164;g20c3afcc4d7_0_45123"/>
          <p:cNvSpPr txBox="1">
            <a:spLocks noGrp="1"/>
          </p:cNvSpPr>
          <p:nvPr>
            <p:ph type="body" idx="1"/>
          </p:nvPr>
        </p:nvSpPr>
        <p:spPr>
          <a:xfrm>
            <a:off x="508002" y="525536"/>
            <a:ext cx="8133000" cy="17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45700" anchor="t" anchorCtr="0">
            <a:noAutofit/>
          </a:bodyPr>
          <a:lstStyle>
            <a:lvl1pPr marL="457200" lvl="0" indent="-2286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900"/>
              <a:buFont typeface="Outfit"/>
              <a:buNone/>
              <a:defRPr sz="1125" b="0" i="0">
                <a:solidFill>
                  <a:srgbClr val="00A9C5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914400" lvl="1" indent="-308610" algn="l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SzPts val="1260"/>
              <a:buChar char="&gt;"/>
              <a:defRPr sz="1050">
                <a:solidFill>
                  <a:schemeClr val="accent1"/>
                </a:solidFill>
              </a:defRPr>
            </a:lvl2pPr>
            <a:lvl3pPr marL="1371600" lvl="2" indent="-289560" algn="l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SzPts val="960"/>
              <a:buChar char="+"/>
              <a:defRPr sz="900">
                <a:solidFill>
                  <a:schemeClr val="accent1"/>
                </a:solidFill>
              </a:defRPr>
            </a:lvl3pPr>
            <a:lvl4pPr marL="1828800" lvl="3" indent="-298450" algn="l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SzPts val="1100"/>
              <a:buChar char="o"/>
              <a:defRPr sz="825">
                <a:solidFill>
                  <a:schemeClr val="accent1"/>
                </a:solidFill>
              </a:defRPr>
            </a:lvl4pPr>
            <a:lvl5pPr marL="2286000" lvl="4" indent="-330200" algn="l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SzPts val="1600"/>
              <a:buChar char="o"/>
              <a:defRPr sz="1200">
                <a:solidFill>
                  <a:schemeClr val="accent1"/>
                </a:solidFill>
              </a:defRPr>
            </a:lvl5pPr>
            <a:lvl6pPr marL="2743200" lvl="5" indent="-342900" algn="l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SzPts val="1800"/>
              <a:buChar char="o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5" name="Google Shape;165;g20c3afcc4d7_0_45123"/>
          <p:cNvSpPr txBox="1">
            <a:spLocks noGrp="1"/>
          </p:cNvSpPr>
          <p:nvPr>
            <p:ph type="title"/>
          </p:nvPr>
        </p:nvSpPr>
        <p:spPr>
          <a:xfrm>
            <a:off x="508001" y="245011"/>
            <a:ext cx="81330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6" name="Google Shape;166;g20c3afcc4d7_0_45123"/>
          <p:cNvSpPr/>
          <p:nvPr/>
        </p:nvSpPr>
        <p:spPr>
          <a:xfrm>
            <a:off x="403411" y="762370"/>
            <a:ext cx="8384100" cy="88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68550" tIns="34275" rIns="68550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050"/>
              <a:buFont typeface="Outfit"/>
              <a:buNone/>
            </a:pPr>
            <a:endParaRPr sz="1050" b="0" i="0" u="none" strike="noStrike" cap="none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Ovr>
    <a:masterClrMapping/>
  </p:clrMapOvr>
</p:sldLayout>
</file>

<file path=ppt\slideLayouts\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Disposition personnalisée">
  <p:cSld name="2_Disposition personnalisée 2"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20c3afcc4d7_0_45131"/>
          <p:cNvSpPr txBox="1">
            <a:spLocks noGrp="1"/>
          </p:cNvSpPr>
          <p:nvPr>
            <p:ph type="title"/>
          </p:nvPr>
        </p:nvSpPr>
        <p:spPr>
          <a:xfrm>
            <a:off x="899592" y="194400"/>
            <a:ext cx="7704900" cy="3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9" name="Google Shape;169;g20c3afcc4d7_0_45131"/>
          <p:cNvSpPr txBox="1">
            <a:spLocks noGrp="1"/>
          </p:cNvSpPr>
          <p:nvPr>
            <p:ph type="body" idx="1"/>
          </p:nvPr>
        </p:nvSpPr>
        <p:spPr>
          <a:xfrm>
            <a:off x="900385" y="612000"/>
            <a:ext cx="77040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 i="0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0"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0" name="Google Shape;170;g20c3afcc4d7_0_45131"/>
          <p:cNvSpPr txBox="1">
            <a:spLocks noGrp="1"/>
          </p:cNvSpPr>
          <p:nvPr>
            <p:ph type="body" idx="2"/>
          </p:nvPr>
        </p:nvSpPr>
        <p:spPr>
          <a:xfrm>
            <a:off x="899592" y="1131589"/>
            <a:ext cx="7704900" cy="371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Char char="ʘ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∙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o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\slideLayouts\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Disposition personnalisée">
  <p:cSld name="4_Disposition personnalisée 2"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20c3afcc4d7_0_45135"/>
          <p:cNvSpPr txBox="1">
            <a:spLocks noGrp="1"/>
          </p:cNvSpPr>
          <p:nvPr>
            <p:ph type="title"/>
          </p:nvPr>
        </p:nvSpPr>
        <p:spPr>
          <a:xfrm>
            <a:off x="899592" y="194400"/>
            <a:ext cx="7704900" cy="3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3" name="Google Shape;173;g20c3afcc4d7_0_45135"/>
          <p:cNvSpPr txBox="1">
            <a:spLocks noGrp="1"/>
          </p:cNvSpPr>
          <p:nvPr>
            <p:ph type="body" idx="1"/>
          </p:nvPr>
        </p:nvSpPr>
        <p:spPr>
          <a:xfrm>
            <a:off x="900385" y="612000"/>
            <a:ext cx="77040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 i="0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0"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\slideLayouts\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Disposition personnalisée 1">
  <p:cSld name="6_Disposition personnalisée_1 2"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20c3afcc4d7_0_45138"/>
          <p:cNvSpPr txBox="1">
            <a:spLocks noGrp="1"/>
          </p:cNvSpPr>
          <p:nvPr>
            <p:ph type="body" idx="1"/>
          </p:nvPr>
        </p:nvSpPr>
        <p:spPr>
          <a:xfrm>
            <a:off x="900113" y="1131888"/>
            <a:ext cx="3600600" cy="37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400"/>
              <a:buChar char="ʘ"/>
              <a:defRPr sz="1400"/>
            </a:lvl1pPr>
            <a:lvl2pPr marL="914400" lvl="1" indent="-30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Char char="∙"/>
              <a:defRPr sz="1200"/>
            </a:lvl2pPr>
            <a:lvl3pPr marL="1371600" lvl="2" indent="-2984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100"/>
              <a:buChar char="o"/>
              <a:defRPr sz="1100"/>
            </a:lvl3pPr>
            <a:lvl4pPr marL="1828800" lvl="3" indent="-29527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050"/>
              <a:buChar char="•"/>
              <a:defRPr sz="1050"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6" name="Google Shape;176;g20c3afcc4d7_0_45138"/>
          <p:cNvSpPr txBox="1">
            <a:spLocks noGrp="1"/>
          </p:cNvSpPr>
          <p:nvPr>
            <p:ph type="body" idx="2"/>
          </p:nvPr>
        </p:nvSpPr>
        <p:spPr>
          <a:xfrm>
            <a:off x="4716463" y="1131888"/>
            <a:ext cx="3887700" cy="37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400"/>
              <a:buChar char="ʘ"/>
              <a:defRPr sz="1400"/>
            </a:lvl1pPr>
            <a:lvl2pPr marL="914400" lvl="1" indent="-30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Char char="∙"/>
              <a:defRPr sz="1200"/>
            </a:lvl2pPr>
            <a:lvl3pPr marL="1371600" lvl="2" indent="-2984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100"/>
              <a:buChar char="o"/>
              <a:defRPr sz="1100"/>
            </a:lvl3pPr>
            <a:lvl4pPr marL="1828800" lvl="3" indent="-29527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050"/>
              <a:buChar char="•"/>
              <a:defRPr sz="1050"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7" name="Google Shape;177;g20c3afcc4d7_0_45138"/>
          <p:cNvSpPr txBox="1">
            <a:spLocks noGrp="1"/>
          </p:cNvSpPr>
          <p:nvPr>
            <p:ph type="title"/>
          </p:nvPr>
        </p:nvSpPr>
        <p:spPr>
          <a:xfrm>
            <a:off x="899592" y="194400"/>
            <a:ext cx="7704900" cy="3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 Black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8" name="Google Shape;178;g20c3afcc4d7_0_45138"/>
          <p:cNvSpPr txBox="1">
            <a:spLocks noGrp="1"/>
          </p:cNvSpPr>
          <p:nvPr>
            <p:ph type="body" idx="3"/>
          </p:nvPr>
        </p:nvSpPr>
        <p:spPr>
          <a:xfrm>
            <a:off x="900385" y="612000"/>
            <a:ext cx="77040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 i="0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0"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\slideLayouts\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re seul">
  <p:cSld name="Titre seul 2 2"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g20c3afcc4d7_0_45143"/>
          <p:cNvSpPr txBox="1">
            <a:spLocks noGrp="1"/>
          </p:cNvSpPr>
          <p:nvPr>
            <p:ph type="title"/>
          </p:nvPr>
        </p:nvSpPr>
        <p:spPr>
          <a:xfrm>
            <a:off x="900385" y="195486"/>
            <a:ext cx="77040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\slideLayouts\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re et sous-titre">
  <p:cSld name="TItre et sous-titre 2"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20c3afcc4d7_0_45145"/>
          <p:cNvSpPr txBox="1">
            <a:spLocks noGrp="1"/>
          </p:cNvSpPr>
          <p:nvPr>
            <p:ph type="sldNum" idx="12"/>
          </p:nvPr>
        </p:nvSpPr>
        <p:spPr>
          <a:xfrm>
            <a:off x="8737200" y="4873501"/>
            <a:ext cx="354300" cy="16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83" name="Google Shape;183;g20c3afcc4d7_0_45145"/>
          <p:cNvSpPr txBox="1">
            <a:spLocks noGrp="1"/>
          </p:cNvSpPr>
          <p:nvPr>
            <p:ph type="body" idx="1"/>
          </p:nvPr>
        </p:nvSpPr>
        <p:spPr>
          <a:xfrm>
            <a:off x="508002" y="525536"/>
            <a:ext cx="8133000" cy="17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45700" anchor="t" anchorCtr="0">
            <a:noAutofit/>
          </a:bodyPr>
          <a:lstStyle>
            <a:lvl1pPr marL="457200" lvl="0" indent="-2286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900"/>
              <a:buFont typeface="Outfit"/>
              <a:buNone/>
              <a:defRPr sz="1125" b="0" i="0">
                <a:solidFill>
                  <a:srgbClr val="00A9C5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914400" lvl="1" indent="-308610" algn="l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SzPts val="1260"/>
              <a:buChar char="&gt;"/>
              <a:defRPr sz="1050">
                <a:solidFill>
                  <a:schemeClr val="accent1"/>
                </a:solidFill>
              </a:defRPr>
            </a:lvl2pPr>
            <a:lvl3pPr marL="1371600" lvl="2" indent="-289560" algn="l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SzPts val="960"/>
              <a:buChar char="+"/>
              <a:defRPr sz="900">
                <a:solidFill>
                  <a:schemeClr val="accent1"/>
                </a:solidFill>
              </a:defRPr>
            </a:lvl3pPr>
            <a:lvl4pPr marL="1828800" lvl="3" indent="-298450" algn="l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SzPts val="1100"/>
              <a:buChar char="o"/>
              <a:defRPr sz="825">
                <a:solidFill>
                  <a:schemeClr val="accent1"/>
                </a:solidFill>
              </a:defRPr>
            </a:lvl4pPr>
            <a:lvl5pPr marL="2286000" lvl="4" indent="-330200" algn="l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Clr>
                <a:schemeClr val="accent1"/>
              </a:buClr>
              <a:buSzPts val="1600"/>
              <a:buChar char="o"/>
              <a:defRPr sz="1200">
                <a:solidFill>
                  <a:schemeClr val="accent1"/>
                </a:solidFill>
              </a:defRPr>
            </a:lvl5pPr>
            <a:lvl6pPr marL="2743200" lvl="5" indent="-342900" algn="l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Clr>
                <a:schemeClr val="dk1"/>
              </a:buClr>
              <a:buSzPts val="1800"/>
              <a:buChar char="o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4" name="Google Shape;184;g20c3afcc4d7_0_45145"/>
          <p:cNvSpPr txBox="1">
            <a:spLocks noGrp="1"/>
          </p:cNvSpPr>
          <p:nvPr>
            <p:ph type="title"/>
          </p:nvPr>
        </p:nvSpPr>
        <p:spPr>
          <a:xfrm>
            <a:off x="508001" y="245011"/>
            <a:ext cx="81330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 Black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\slideLayouts\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4/ TItre seul, sans ligne">
  <p:cSld name="04/ TItre seul, sans ligne 2"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g20c3afcc4d7_0_45149"/>
          <p:cNvSpPr txBox="1">
            <a:spLocks noGrp="1"/>
          </p:cNvSpPr>
          <p:nvPr>
            <p:ph type="sldNum" idx="12"/>
          </p:nvPr>
        </p:nvSpPr>
        <p:spPr>
          <a:xfrm>
            <a:off x="8787600" y="4886525"/>
            <a:ext cx="354300" cy="16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87" name="Google Shape;187;g20c3afcc4d7_0_45149"/>
          <p:cNvSpPr txBox="1">
            <a:spLocks noGrp="1"/>
          </p:cNvSpPr>
          <p:nvPr>
            <p:ph type="title"/>
          </p:nvPr>
        </p:nvSpPr>
        <p:spPr>
          <a:xfrm>
            <a:off x="510103" y="86636"/>
            <a:ext cx="81327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Century Gothic"/>
              <a:buNone/>
              <a:defRPr sz="2100" b="1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88" name="Google Shape;188;g20c3afcc4d7_0_45149"/>
          <p:cNvSpPr/>
          <p:nvPr/>
        </p:nvSpPr>
        <p:spPr>
          <a:xfrm>
            <a:off x="445950" y="750500"/>
            <a:ext cx="8252100" cy="153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</p:spTree>
  </p:cSld>
  <p:clrMapOvr>
    <a:masterClrMapping/>
  </p:clrMapOvr>
</p:sldLayout>
</file>

<file path=ppt\slideLayouts\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re et sous-titre, sans ligne">
  <p:cSld name="TItre et sous-titre, sans ligne 2"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g20c3afcc4d7_0_45153"/>
          <p:cNvSpPr txBox="1">
            <a:spLocks noGrp="1"/>
          </p:cNvSpPr>
          <p:nvPr>
            <p:ph type="sldNum" idx="12"/>
          </p:nvPr>
        </p:nvSpPr>
        <p:spPr>
          <a:xfrm>
            <a:off x="8737200" y="4873501"/>
            <a:ext cx="354300" cy="16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91" name="Google Shape;191;g20c3afcc4d7_0_45153"/>
          <p:cNvSpPr txBox="1">
            <a:spLocks noGrp="1"/>
          </p:cNvSpPr>
          <p:nvPr>
            <p:ph type="body" idx="1"/>
          </p:nvPr>
        </p:nvSpPr>
        <p:spPr>
          <a:xfrm>
            <a:off x="508002" y="525536"/>
            <a:ext cx="8133000" cy="17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45700" anchor="t" anchorCtr="0">
            <a:noAutofit/>
          </a:bodyPr>
          <a:lstStyle>
            <a:lvl1pPr marL="457200" lvl="0" indent="-2286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900"/>
              <a:buFont typeface="Outfit"/>
              <a:buNone/>
              <a:defRPr sz="1125" b="0" i="0">
                <a:solidFill>
                  <a:srgbClr val="00A9C5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914400" lvl="1" indent="-308610" algn="l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SzPts val="1260"/>
              <a:buChar char="&gt;"/>
              <a:defRPr sz="1050">
                <a:solidFill>
                  <a:schemeClr val="accent1"/>
                </a:solidFill>
              </a:defRPr>
            </a:lvl2pPr>
            <a:lvl3pPr marL="1371600" lvl="2" indent="-289560" algn="l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SzPts val="960"/>
              <a:buChar char="+"/>
              <a:defRPr sz="900">
                <a:solidFill>
                  <a:schemeClr val="accent1"/>
                </a:solidFill>
              </a:defRPr>
            </a:lvl3pPr>
            <a:lvl4pPr marL="1828800" lvl="3" indent="-298450" algn="l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SzPts val="1100"/>
              <a:buChar char="o"/>
              <a:defRPr sz="825">
                <a:solidFill>
                  <a:schemeClr val="accent1"/>
                </a:solidFill>
              </a:defRPr>
            </a:lvl4pPr>
            <a:lvl5pPr marL="2286000" lvl="4" indent="-330200" algn="l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SzPts val="1600"/>
              <a:buChar char="o"/>
              <a:defRPr sz="1200">
                <a:solidFill>
                  <a:schemeClr val="accent1"/>
                </a:solidFill>
              </a:defRPr>
            </a:lvl5pPr>
            <a:lvl6pPr marL="2743200" lvl="5" indent="-342900" algn="l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SzPts val="1800"/>
              <a:buChar char="o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92" name="Google Shape;192;g20c3afcc4d7_0_45153"/>
          <p:cNvSpPr txBox="1">
            <a:spLocks noGrp="1"/>
          </p:cNvSpPr>
          <p:nvPr>
            <p:ph type="title"/>
          </p:nvPr>
        </p:nvSpPr>
        <p:spPr>
          <a:xfrm>
            <a:off x="508001" y="245011"/>
            <a:ext cx="81330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3" name="Google Shape;193;g20c3afcc4d7_0_45153"/>
          <p:cNvSpPr/>
          <p:nvPr/>
        </p:nvSpPr>
        <p:spPr>
          <a:xfrm>
            <a:off x="403411" y="762370"/>
            <a:ext cx="8384100" cy="88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68550" tIns="34275" rIns="68550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050"/>
              <a:buFont typeface="Outfit"/>
              <a:buNone/>
            </a:pPr>
            <a:endParaRPr sz="1050" b="0" i="0" u="none" strike="noStrike" cap="none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Ovr>
    <a:masterClrMapping/>
  </p:clrMapOvr>
</p:sldLayout>
</file>

<file path=ppt\slideLayouts\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Disposition personnalisée">
  <p:cSld name="2_Disposition personnalisée 2 2"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20c3afcc4d7_0_45158"/>
          <p:cNvSpPr txBox="1">
            <a:spLocks noGrp="1"/>
          </p:cNvSpPr>
          <p:nvPr>
            <p:ph type="title"/>
          </p:nvPr>
        </p:nvSpPr>
        <p:spPr>
          <a:xfrm>
            <a:off x="899592" y="194400"/>
            <a:ext cx="7704900" cy="3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6" name="Google Shape;196;g20c3afcc4d7_0_45158"/>
          <p:cNvSpPr txBox="1">
            <a:spLocks noGrp="1"/>
          </p:cNvSpPr>
          <p:nvPr>
            <p:ph type="body" idx="1"/>
          </p:nvPr>
        </p:nvSpPr>
        <p:spPr>
          <a:xfrm>
            <a:off x="900385" y="612000"/>
            <a:ext cx="77040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 i="0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0"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97" name="Google Shape;197;g20c3afcc4d7_0_45158"/>
          <p:cNvSpPr txBox="1">
            <a:spLocks noGrp="1"/>
          </p:cNvSpPr>
          <p:nvPr>
            <p:ph type="body" idx="2"/>
          </p:nvPr>
        </p:nvSpPr>
        <p:spPr>
          <a:xfrm>
            <a:off x="899592" y="1131589"/>
            <a:ext cx="7704900" cy="371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Char char="ʘ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∙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o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\slideLayouts\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Disposition personnalisée">
  <p:cSld name="3_Disposition personnalisée 2"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20c3afcc4d7_0_45162"/>
          <p:cNvSpPr txBox="1">
            <a:spLocks noGrp="1"/>
          </p:cNvSpPr>
          <p:nvPr>
            <p:ph type="body" idx="1"/>
          </p:nvPr>
        </p:nvSpPr>
        <p:spPr>
          <a:xfrm>
            <a:off x="900113" y="1131888"/>
            <a:ext cx="3600600" cy="37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400"/>
              <a:buChar char="ʘ"/>
              <a:defRPr sz="1400"/>
            </a:lvl1pPr>
            <a:lvl2pPr marL="914400" lvl="1" indent="-30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Char char="∙"/>
              <a:defRPr sz="1200"/>
            </a:lvl2pPr>
            <a:lvl3pPr marL="1371600" lvl="2" indent="-2984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100"/>
              <a:buChar char="o"/>
              <a:defRPr sz="1100"/>
            </a:lvl3pPr>
            <a:lvl4pPr marL="1828800" lvl="3" indent="-29527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050"/>
              <a:buChar char="•"/>
              <a:defRPr sz="1050"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0" name="Google Shape;200;g20c3afcc4d7_0_45162"/>
          <p:cNvSpPr txBox="1">
            <a:spLocks noGrp="1"/>
          </p:cNvSpPr>
          <p:nvPr>
            <p:ph type="body" idx="2"/>
          </p:nvPr>
        </p:nvSpPr>
        <p:spPr>
          <a:xfrm>
            <a:off x="4716463" y="1131888"/>
            <a:ext cx="3887700" cy="37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400"/>
              <a:buChar char="ʘ"/>
              <a:defRPr sz="1400"/>
            </a:lvl1pPr>
            <a:lvl2pPr marL="914400" lvl="1" indent="-30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Char char="∙"/>
              <a:defRPr sz="1200"/>
            </a:lvl2pPr>
            <a:lvl3pPr marL="1371600" lvl="2" indent="-2984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100"/>
              <a:buChar char="o"/>
              <a:defRPr sz="1100"/>
            </a:lvl3pPr>
            <a:lvl4pPr marL="1828800" lvl="3" indent="-29527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050"/>
              <a:buChar char="•"/>
              <a:defRPr sz="1050"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1" name="Google Shape;201;g20c3afcc4d7_0_45162"/>
          <p:cNvSpPr txBox="1">
            <a:spLocks noGrp="1"/>
          </p:cNvSpPr>
          <p:nvPr>
            <p:ph type="title"/>
          </p:nvPr>
        </p:nvSpPr>
        <p:spPr>
          <a:xfrm>
            <a:off x="899592" y="194400"/>
            <a:ext cx="7704900" cy="3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2" name="Google Shape;202;g20c3afcc4d7_0_45162"/>
          <p:cNvSpPr txBox="1">
            <a:spLocks noGrp="1"/>
          </p:cNvSpPr>
          <p:nvPr>
            <p:ph type="body" idx="3"/>
          </p:nvPr>
        </p:nvSpPr>
        <p:spPr>
          <a:xfrm>
            <a:off x="900385" y="612000"/>
            <a:ext cx="77040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 i="0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0"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\slideLayouts\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Disposition personnalisée">
  <p:cSld name="4_Disposition personnalisée 2 2"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20c3afcc4d7_0_45167"/>
          <p:cNvSpPr txBox="1">
            <a:spLocks noGrp="1"/>
          </p:cNvSpPr>
          <p:nvPr>
            <p:ph type="title"/>
          </p:nvPr>
        </p:nvSpPr>
        <p:spPr>
          <a:xfrm>
            <a:off x="899592" y="194400"/>
            <a:ext cx="7704900" cy="3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5" name="Google Shape;205;g20c3afcc4d7_0_45167"/>
          <p:cNvSpPr txBox="1">
            <a:spLocks noGrp="1"/>
          </p:cNvSpPr>
          <p:nvPr>
            <p:ph type="body" idx="1"/>
          </p:nvPr>
        </p:nvSpPr>
        <p:spPr>
          <a:xfrm>
            <a:off x="900385" y="612000"/>
            <a:ext cx="77040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 i="0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0"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\slideMasters\_rels\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/Relationships>
</file>

<file path=ppt\slideMasters\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g20c3afcc4d7_0_44922"/>
          <p:cNvSpPr txBox="1">
            <a:spLocks noGrp="1"/>
          </p:cNvSpPr>
          <p:nvPr>
            <p:ph type="title"/>
          </p:nvPr>
        </p:nvSpPr>
        <p:spPr>
          <a:xfrm>
            <a:off x="900385" y="195486"/>
            <a:ext cx="77040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 Black"/>
              <a:buNone/>
              <a:defRPr sz="2400" b="0" i="0" u="none" strike="noStrike" cap="none">
                <a:solidFill>
                  <a:schemeClr val="dk1"/>
                </a:solidFill>
                <a:latin typeface="Arial Black"/>
                <a:ea typeface="Arial Black"/>
                <a:cs typeface="Arial Black"/>
                <a:sym typeface="Arial Blac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8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8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8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8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8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8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8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8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7" name="Google Shape;7;g20c3afcc4d7_0_44922"/>
          <p:cNvSpPr txBox="1">
            <a:spLocks noGrp="1"/>
          </p:cNvSpPr>
          <p:nvPr>
            <p:ph type="body" idx="1"/>
          </p:nvPr>
        </p:nvSpPr>
        <p:spPr>
          <a:xfrm>
            <a:off x="899592" y="1131590"/>
            <a:ext cx="7704900" cy="364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Cambria Math"/>
              <a:buChar char="ʘ"/>
              <a:defRPr sz="20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"/>
              <a:buChar char="∙"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Courier New"/>
              <a:buChar char="o"/>
              <a:defRPr sz="16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Outfit"/>
              <a:buChar char="•"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utfit"/>
              <a:buChar char="•"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utfit"/>
              <a:buChar char="•"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utfit"/>
              <a:buChar char="•"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utfit"/>
              <a:buChar char="•"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utfit"/>
              <a:buChar char="•"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8" name="Google Shape;8;g20c3afcc4d7_0_44922"/>
          <p:cNvSpPr txBox="1"/>
          <p:nvPr/>
        </p:nvSpPr>
        <p:spPr>
          <a:xfrm>
            <a:off x="251520" y="4876006"/>
            <a:ext cx="206700" cy="1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Outfit"/>
              <a:buNone/>
            </a:pPr>
            <a:fld id="{00000000-1234-1234-1234-123412341234}" type="slidenum">
              <a:rPr lang="en-US" sz="900" b="1" i="0" u="none" strike="noStrike" cap="none">
                <a:solidFill>
                  <a:schemeClr val="accent1"/>
                </a:solidFill>
                <a:latin typeface="Outfit"/>
                <a:ea typeface="Outfit"/>
                <a:cs typeface="Outfit"/>
                <a:sym typeface="Outfit"/>
              </a:rPr>
              <a:t>‹#›</a:t>
            </a:fld>
            <a:endParaRPr sz="900" b="1" i="0" u="none" strike="noStrike" cap="none">
              <a:solidFill>
                <a:schemeClr val="accent1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9" name="Google Shape;9;g20c3afcc4d7_0_44922"/>
          <p:cNvSpPr/>
          <p:nvPr/>
        </p:nvSpPr>
        <p:spPr>
          <a:xfrm>
            <a:off x="539552" y="4909251"/>
            <a:ext cx="72000" cy="72000"/>
          </a:xfrm>
          <a:prstGeom prst="ellipse">
            <a:avLst/>
          </a:prstGeom>
          <a:solidFill>
            <a:srgbClr val="0E235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chemeClr val="lt1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10" name="Google Shape;10;g20c3afcc4d7_0_44922"/>
          <p:cNvSpPr txBox="1"/>
          <p:nvPr/>
        </p:nvSpPr>
        <p:spPr>
          <a:xfrm>
            <a:off x="683568" y="4876006"/>
            <a:ext cx="1330500" cy="1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7A99"/>
              </a:buClr>
              <a:buSzPts val="900"/>
              <a:buFont typeface="Arial Narrow"/>
              <a:buNone/>
            </a:pPr>
            <a:r>
              <a:rPr lang="en-US" sz="900" b="0" i="0" u="none" strike="noStrike" cap="none">
                <a:solidFill>
                  <a:srgbClr val="6B7A99"/>
                </a:solidFill>
                <a:latin typeface="Arial Narrow"/>
                <a:ea typeface="Arial Narrow"/>
                <a:cs typeface="Arial Narrow"/>
                <a:sym typeface="Arial Narrow"/>
              </a:rPr>
              <a:t>TITRE DE LA PRÉSENTATION</a:t>
            </a:r>
            <a:endParaRPr sz="900" b="0" i="0" u="none" strike="noStrike" cap="none">
              <a:solidFill>
                <a:srgbClr val="6B7A99"/>
              </a:solidFill>
              <a:latin typeface="Arial Narrow"/>
              <a:ea typeface="Arial Narrow"/>
              <a:cs typeface="Arial Narrow"/>
              <a:sym typeface="Arial Narrow"/>
            </a:endParaRPr>
          </a:p>
        </p:txBody>
      </p:sp>
      <p:sp>
        <p:nvSpPr>
          <p:cNvPr id="11" name="Google Shape;11;g20c3afcc4d7_0_44922"/>
          <p:cNvSpPr/>
          <p:nvPr/>
        </p:nvSpPr>
        <p:spPr>
          <a:xfrm>
            <a:off x="6682750" y="4939025"/>
            <a:ext cx="2335200" cy="2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600"/>
              <a:buFont typeface="Century Gothic"/>
              <a:buNone/>
            </a:pPr>
            <a:r>
              <a:rPr lang="en-US" sz="6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OCTO Part of Accenture © 2022 - All rights reserved</a:t>
            </a:r>
            <a:endParaRPr sz="600" b="0" i="0" u="none" strike="noStrike" cap="none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7" r:id="rId2"/>
    <p:sldLayoutId id="2147483660" r:id="rId3"/>
    <p:sldLayoutId id="2147483661" r:id="rId4"/>
    <p:sldLayoutId id="2147483662" r:id="rId5"/>
    <p:sldLayoutId id="2147483663" r:id="rId6"/>
    <p:sldLayoutId id="2147483664" r:id="rId7"/>
    <p:sldLayoutId id="2147483665" r:id="rId8"/>
    <p:sldLayoutId id="2147483666" r:id="rId9"/>
    <p:sldLayoutId id="2147483667" r:id="rId10"/>
    <p:sldLayoutId id="2147483668" r:id="rId11"/>
    <p:sldLayoutId id="2147483669" r:id="rId12"/>
    <p:sldLayoutId id="2147483670" r:id="rId13"/>
    <p:sldLayoutId id="2147483671" r:id="rId14"/>
    <p:sldLayoutId id="2147483672" r:id="rId15"/>
    <p:sldLayoutId id="2147483673" r:id="rId16"/>
    <p:sldLayoutId id="2147483674" r:id="rId17"/>
    <p:sldLayoutId id="2147483675" r:id="rId18"/>
    <p:sldLayoutId id="2147483676" r:id="rId19"/>
    <p:sldLayoutId id="2147483677" r:id="rId20"/>
    <p:sldLayoutId id="2147483678" r:id="rId21"/>
    <p:sldLayoutId id="2147483679" r:id="rId22"/>
    <p:sldLayoutId id="2147483680" r:id="rId23"/>
    <p:sldLayoutId id="2147483681" r:id="rId24"/>
    <p:sldLayoutId id="2147483682" r:id="rId25"/>
    <p:sldLayoutId id="2147483683" r:id="rId26"/>
    <p:sldLayoutId id="2147483684" r:id="rId27"/>
    <p:sldLayoutId id="2147483685" r:id="rId28"/>
    <p:sldLayoutId id="2147483686" r:id="rId29"/>
    <p:sldLayoutId id="2147483687" r:id="rId3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E2356"/>
        </a:buClr>
        <a:buFont typeface="Outfit"/>
        <a:defRPr sz="1400" b="0" i="0" u="none" strike="noStrike" cap="none">
          <a:solidFill>
            <a:srgbClr val="0E2356"/>
          </a:solidFill>
          <a:latin typeface="Outfit"/>
          <a:ea typeface="Outfit"/>
          <a:cs typeface="Outfit"/>
          <a:sym typeface="Outfit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E2356"/>
        </a:buClr>
        <a:buFont typeface="Outfit"/>
        <a:defRPr sz="1400" b="0" i="0" u="none" strike="noStrike" cap="none">
          <a:solidFill>
            <a:srgbClr val="0E2356"/>
          </a:solidFill>
          <a:latin typeface="Outfit"/>
          <a:ea typeface="Outfit"/>
          <a:cs typeface="Outfit"/>
          <a:sym typeface="Outfit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E2356"/>
        </a:buClr>
        <a:buFont typeface="Outfit"/>
        <a:defRPr sz="1400" b="0" i="0" u="none" strike="noStrike" cap="none">
          <a:solidFill>
            <a:srgbClr val="0E2356"/>
          </a:solidFill>
          <a:latin typeface="Outfit"/>
          <a:ea typeface="Outfit"/>
          <a:cs typeface="Outfit"/>
          <a:sym typeface="Outfit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E2356"/>
        </a:buClr>
        <a:buFont typeface="Outfit"/>
        <a:defRPr sz="1400" b="0" i="0" u="none" strike="noStrike" cap="none">
          <a:solidFill>
            <a:srgbClr val="0E2356"/>
          </a:solidFill>
          <a:latin typeface="Outfit"/>
          <a:ea typeface="Outfit"/>
          <a:cs typeface="Outfit"/>
          <a:sym typeface="Outfit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E2356"/>
        </a:buClr>
        <a:buFont typeface="Outfit"/>
        <a:defRPr sz="1400" b="0" i="0" u="none" strike="noStrike" cap="none">
          <a:solidFill>
            <a:srgbClr val="0E2356"/>
          </a:solidFill>
          <a:latin typeface="Outfit"/>
          <a:ea typeface="Outfit"/>
          <a:cs typeface="Outfit"/>
          <a:sym typeface="Outfit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E2356"/>
        </a:buClr>
        <a:buFont typeface="Outfit"/>
        <a:defRPr sz="1400" b="0" i="0" u="none" strike="noStrike" cap="none">
          <a:solidFill>
            <a:srgbClr val="0E2356"/>
          </a:solidFill>
          <a:latin typeface="Outfit"/>
          <a:ea typeface="Outfit"/>
          <a:cs typeface="Outfit"/>
          <a:sym typeface="Outfit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E2356"/>
        </a:buClr>
        <a:buFont typeface="Outfit"/>
        <a:defRPr sz="1400" b="0" i="0" u="none" strike="noStrike" cap="none">
          <a:solidFill>
            <a:srgbClr val="0E2356"/>
          </a:solidFill>
          <a:latin typeface="Outfit"/>
          <a:ea typeface="Outfit"/>
          <a:cs typeface="Outfit"/>
          <a:sym typeface="Outfit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E2356"/>
        </a:buClr>
        <a:buFont typeface="Outfit"/>
        <a:defRPr sz="1400" b="0" i="0" u="none" strike="noStrike" cap="none">
          <a:solidFill>
            <a:srgbClr val="0E2356"/>
          </a:solidFill>
          <a:latin typeface="Outfit"/>
          <a:ea typeface="Outfit"/>
          <a:cs typeface="Outfit"/>
          <a:sym typeface="Outfit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E2356"/>
        </a:buClr>
        <a:buFont typeface="Outfit"/>
        <a:defRPr sz="1400" b="0" i="0" u="none" strike="noStrike" cap="none">
          <a:solidFill>
            <a:srgbClr val="0E2356"/>
          </a:solidFill>
          <a:latin typeface="Outfit"/>
          <a:ea typeface="Outfit"/>
          <a:cs typeface="Outfit"/>
          <a:sym typeface="Outfit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E2356"/>
        </a:buClr>
        <a:buFont typeface="Outfit"/>
        <a:defRPr sz="1400" b="0" i="0" u="none" strike="noStrike" cap="none">
          <a:solidFill>
            <a:srgbClr val="0E2356"/>
          </a:solidFill>
          <a:latin typeface="Outfit"/>
          <a:ea typeface="Outfit"/>
          <a:cs typeface="Outfit"/>
          <a:sym typeface="Outfit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E2356"/>
        </a:buClr>
        <a:buFont typeface="Outfit"/>
        <a:defRPr sz="1400" b="0" i="0" u="none" strike="noStrike" cap="none">
          <a:solidFill>
            <a:srgbClr val="0E2356"/>
          </a:solidFill>
          <a:latin typeface="Outfit"/>
          <a:ea typeface="Outfit"/>
          <a:cs typeface="Outfit"/>
          <a:sym typeface="Outfit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E2356"/>
        </a:buClr>
        <a:buFont typeface="Outfit"/>
        <a:defRPr sz="1400" b="0" i="0" u="none" strike="noStrike" cap="none">
          <a:solidFill>
            <a:srgbClr val="0E2356"/>
          </a:solidFill>
          <a:latin typeface="Outfit"/>
          <a:ea typeface="Outfit"/>
          <a:cs typeface="Outfit"/>
          <a:sym typeface="Outfit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E2356"/>
        </a:buClr>
        <a:buFont typeface="Outfit"/>
        <a:defRPr sz="1400" b="0" i="0" u="none" strike="noStrike" cap="none">
          <a:solidFill>
            <a:srgbClr val="0E2356"/>
          </a:solidFill>
          <a:latin typeface="Outfit"/>
          <a:ea typeface="Outfit"/>
          <a:cs typeface="Outfit"/>
          <a:sym typeface="Outfit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E2356"/>
        </a:buClr>
        <a:buFont typeface="Outfit"/>
        <a:defRPr sz="1400" b="0" i="0" u="none" strike="noStrike" cap="none">
          <a:solidFill>
            <a:srgbClr val="0E2356"/>
          </a:solidFill>
          <a:latin typeface="Outfit"/>
          <a:ea typeface="Outfit"/>
          <a:cs typeface="Outfit"/>
          <a:sym typeface="Outfit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E2356"/>
        </a:buClr>
        <a:buFont typeface="Outfit"/>
        <a:defRPr sz="1400" b="0" i="0" u="none" strike="noStrike" cap="none">
          <a:solidFill>
            <a:srgbClr val="0E2356"/>
          </a:solidFill>
          <a:latin typeface="Outfit"/>
          <a:ea typeface="Outfit"/>
          <a:cs typeface="Outfit"/>
          <a:sym typeface="Outfit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E2356"/>
        </a:buClr>
        <a:buFont typeface="Outfit"/>
        <a:defRPr sz="1400" b="0" i="0" u="none" strike="noStrike" cap="none">
          <a:solidFill>
            <a:srgbClr val="0E2356"/>
          </a:solidFill>
          <a:latin typeface="Outfit"/>
          <a:ea typeface="Outfit"/>
          <a:cs typeface="Outfit"/>
          <a:sym typeface="Outfit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E2356"/>
        </a:buClr>
        <a:buFont typeface="Outfit"/>
        <a:defRPr sz="1400" b="0" i="0" u="none" strike="noStrike" cap="none">
          <a:solidFill>
            <a:srgbClr val="0E2356"/>
          </a:solidFill>
          <a:latin typeface="Outfit"/>
          <a:ea typeface="Outfit"/>
          <a:cs typeface="Outfit"/>
          <a:sym typeface="Outfit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E2356"/>
        </a:buClr>
        <a:buFont typeface="Outfit"/>
        <a:defRPr sz="1400" b="0" i="0" u="none" strike="noStrike" cap="none">
          <a:solidFill>
            <a:srgbClr val="0E2356"/>
          </a:solidFill>
          <a:latin typeface="Outfit"/>
          <a:ea typeface="Outfit"/>
          <a:cs typeface="Outfit"/>
          <a:sym typeface="Outfit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E2356"/>
        </a:buClr>
        <a:buFont typeface="Outfit"/>
        <a:defRPr sz="1400" b="0" i="0" u="none" strike="noStrike" cap="none">
          <a:solidFill>
            <a:srgbClr val="0E2356"/>
          </a:solidFill>
          <a:latin typeface="Outfit"/>
          <a:ea typeface="Outfit"/>
          <a:cs typeface="Outfit"/>
          <a:sym typeface="Outfit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E2356"/>
        </a:buClr>
        <a:buFont typeface="Outfit"/>
        <a:defRPr sz="1400" b="0" i="0" u="none" strike="noStrike" cap="none">
          <a:solidFill>
            <a:srgbClr val="0E2356"/>
          </a:solidFill>
          <a:latin typeface="Outfit"/>
          <a:ea typeface="Outfit"/>
          <a:cs typeface="Outfit"/>
          <a:sym typeface="Outfit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E2356"/>
        </a:buClr>
        <a:buFont typeface="Outfit"/>
        <a:defRPr sz="1400" b="0" i="0" u="none" strike="noStrike" cap="none">
          <a:solidFill>
            <a:srgbClr val="0E2356"/>
          </a:solidFill>
          <a:latin typeface="Outfit"/>
          <a:ea typeface="Outfit"/>
          <a:cs typeface="Outfit"/>
          <a:sym typeface="Outfit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E2356"/>
        </a:buClr>
        <a:buFont typeface="Outfit"/>
        <a:defRPr sz="1400" b="0" i="0" u="none" strike="noStrike" cap="none">
          <a:solidFill>
            <a:srgbClr val="0E2356"/>
          </a:solidFill>
          <a:latin typeface="Outfit"/>
          <a:ea typeface="Outfit"/>
          <a:cs typeface="Outfit"/>
          <a:sym typeface="Outfit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E2356"/>
        </a:buClr>
        <a:buFont typeface="Outfit"/>
        <a:defRPr sz="1400" b="0" i="0" u="none" strike="noStrike" cap="none">
          <a:solidFill>
            <a:srgbClr val="0E2356"/>
          </a:solidFill>
          <a:latin typeface="Outfit"/>
          <a:ea typeface="Outfit"/>
          <a:cs typeface="Outfit"/>
          <a:sym typeface="Outfit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E2356"/>
        </a:buClr>
        <a:buFont typeface="Outfit"/>
        <a:defRPr sz="1400" b="0" i="0" u="none" strike="noStrike" cap="none">
          <a:solidFill>
            <a:srgbClr val="0E2356"/>
          </a:solidFill>
          <a:latin typeface="Outfit"/>
          <a:ea typeface="Outfit"/>
          <a:cs typeface="Outfit"/>
          <a:sym typeface="Outfit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E2356"/>
        </a:buClr>
        <a:buFont typeface="Outfit"/>
        <a:defRPr sz="1400" b="0" i="0" u="none" strike="noStrike" cap="none">
          <a:solidFill>
            <a:srgbClr val="0E2356"/>
          </a:solidFill>
          <a:latin typeface="Outfit"/>
          <a:ea typeface="Outfit"/>
          <a:cs typeface="Outfit"/>
          <a:sym typeface="Outfit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E2356"/>
        </a:buClr>
        <a:buFont typeface="Outfit"/>
        <a:defRPr sz="1400" b="0" i="0" u="none" strike="noStrike" cap="none">
          <a:solidFill>
            <a:srgbClr val="0E2356"/>
          </a:solidFill>
          <a:latin typeface="Outfit"/>
          <a:ea typeface="Outfit"/>
          <a:cs typeface="Outfit"/>
          <a:sym typeface="Outfit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E2356"/>
        </a:buClr>
        <a:buFont typeface="Outfit"/>
        <a:defRPr sz="1400" b="0" i="0" u="none" strike="noStrike" cap="none">
          <a:solidFill>
            <a:srgbClr val="0E2356"/>
          </a:solidFill>
          <a:latin typeface="Outfit"/>
          <a:ea typeface="Outfit"/>
          <a:cs typeface="Outfit"/>
          <a:sym typeface="Outfit"/>
        </a:defRPr>
      </a:lvl9pPr>
    </p:otherStyle>
  </p:txStyles>
</p:sldMaster>
</file>

<file path=ppt\slides\_rels\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\slides\_rels\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\slides\_rels\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\slides\_rels\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\slides\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20c3afcc4d7_0_44918"/>
          <p:cNvSpPr txBox="1">
            <a:spLocks noGrp="1"/>
          </p:cNvSpPr>
          <p:nvPr>
            <p:ph type="ctrTitle"/>
          </p:nvPr>
        </p:nvSpPr>
        <p:spPr>
          <a:xfrm>
            <a:off x="940500" y="2246325"/>
            <a:ext cx="7846200" cy="149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00"/>
              <a:buFont typeface="Cabin Condensed"/>
              <a:buNone/>
            </a:pPr>
            <a:r>
              <a:rPr lang="en-US" sz="4000">
                <a:solidFill>
                  <a:schemeClr val="accent1"/>
                </a:solidFill>
              </a:rPr>
              <a:t>Pilotage Agile AG2R</a:t>
            </a:r>
            <a:endParaRPr sz="4000">
              <a:solidFill>
                <a:schemeClr val="accent1"/>
              </a:solidFill>
            </a:endParaRPr>
          </a:p>
        </p:txBody>
      </p:sp>
    </p:spTree>
  </p:cSld>
  <p:clrMapOvr>
    <a:masterClrMapping/>
  </p:clrMapOvr>
</p:sld>
</file>

<file path=ppt\slides\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g3072d353d33_0_186"/>
          <p:cNvSpPr txBox="1">
            <a:spLocks noGrp="1"/>
          </p:cNvSpPr>
          <p:nvPr>
            <p:ph type="title"/>
          </p:nvPr>
        </p:nvSpPr>
        <p:spPr>
          <a:xfrm>
            <a:off x="899592" y="194400"/>
            <a:ext cx="7704900" cy="3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Outfit"/>
              <a:buNone/>
            </a:pPr>
            <a:r>
              <a:rPr lang="en-US" sz="1800" b="1"/>
              <a:t>COMOP - Evenements passes</a:t>
            </a:r>
            <a:endParaRPr sz="1800" b="1"/>
          </a:p>
        </p:txBody>
      </p:sp>
      <p:sp>
        <p:nvSpPr>
          <p:cNvPr id="296" name="Google Shape;296;g3072d353d33_0_186"/>
          <p:cNvSpPr/>
          <p:nvPr/>
        </p:nvSpPr>
        <p:spPr>
          <a:xfrm>
            <a:off x="0" y="687599"/>
            <a:ext cx="9144000" cy="754500"/>
          </a:xfrm>
          <a:prstGeom prst="rect">
            <a:avLst/>
          </a:prstGeom>
          <a:solidFill>
            <a:srgbClr val="EEF8F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FFFFFF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grpSp>
        <p:nvGrpSpPr>
          <p:cNvPr id="297" name="Google Shape;297;g3072d353d33_0_186"/>
          <p:cNvGrpSpPr/>
          <p:nvPr/>
        </p:nvGrpSpPr>
        <p:grpSpPr>
          <a:xfrm>
            <a:off x="124925" y="1558763"/>
            <a:ext cx="6064454" cy="3266113"/>
            <a:chOff x="95066" y="1088073"/>
            <a:chExt cx="3286255" cy="1079101"/>
          </a:xfrm>
        </p:grpSpPr>
        <p:sp>
          <p:nvSpPr>
            <p:cNvPr id="298" name="Google Shape;298;g3072d353d33_0_186"/>
            <p:cNvSpPr txBox="1"/>
            <p:nvPr/>
          </p:nvSpPr>
          <p:spPr>
            <a:xfrm>
              <a:off x="95066" y="1088073"/>
              <a:ext cx="3253800" cy="7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2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E2356"/>
                </a:buClr>
                <a:buSzPts val="800"/>
                <a:buFont typeface="Outfit"/>
                <a:buNone/>
              </a:pPr>
              <a:r>
                <a:rPr lang="en-US" sz="800" b="1">
                  <a:solidFill>
                    <a:srgbClr val="0E2356"/>
                  </a:solidFill>
                </a:rPr>
                <a:t>FAITS MARQUANTS SUR LA PERIODE</a:t>
              </a:r>
              <a:endPara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299" name="Google Shape;299;g3072d353d33_0_186"/>
            <p:cNvSpPr/>
            <p:nvPr/>
          </p:nvSpPr>
          <p:spPr>
            <a:xfrm>
              <a:off x="136521" y="1161574"/>
              <a:ext cx="3244800" cy="1005600"/>
            </a:xfrm>
            <a:prstGeom prst="rect">
              <a:avLst/>
            </a:prstGeom>
            <a:solidFill>
              <a:srgbClr val="FFFFFF"/>
            </a:solidFill>
            <a:ln w="9525" cap="flat" cmpd="sng">
              <a:solidFill>
                <a:srgbClr val="0E2356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E2356"/>
                </a:buClr>
                <a:buSzPts val="700"/>
                <a:buFont typeface="Outfit"/>
                <a:buNone/>
              </a:pPr>
              <a:r>
                <a:rPr lang="en-US" sz="70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rPr>
                <a:t>{{evenements_passes}} - {{faits_marquants}}</a:t>
              </a:r>
              <a:endPara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700"/>
                <a:buFont typeface="Outfit"/>
                <a:buNone/>
              </a:pPr>
              <a:endParaRPr sz="7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700"/>
                <a:buFont typeface="Outfit"/>
                <a:buNone/>
              </a:pPr>
              <a:endParaRPr sz="7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700"/>
                <a:buFont typeface="Outfit"/>
                <a:buNone/>
              </a:pPr>
              <a:endParaRPr sz="7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700"/>
                <a:buFont typeface="Outfit"/>
                <a:buNone/>
              </a:pPr>
              <a:endParaRPr sz="7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700"/>
                <a:buFont typeface="Outfit"/>
                <a:buNone/>
              </a:pPr>
              <a:endParaRPr sz="7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sp>
        <p:nvSpPr>
          <p:cNvPr id="300" name="Google Shape;300;g3072d353d33_0_186"/>
          <p:cNvSpPr/>
          <p:nvPr/>
        </p:nvSpPr>
        <p:spPr>
          <a:xfrm>
            <a:off x="154725" y="799449"/>
            <a:ext cx="1772100" cy="486900"/>
          </a:xfrm>
          <a:prstGeom prst="rect">
            <a:avLst/>
          </a:prstGeom>
          <a:solidFill>
            <a:srgbClr val="0E235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Outfit"/>
              <a:buNone/>
            </a:pPr>
            <a:r>
              <a:rPr lang="en-US" sz="1000" b="1">
                <a:solidFill>
                  <a:srgbClr val="FFFFFF"/>
                </a:solidFill>
              </a:rPr>
              <a:t>{{equipe}}</a:t>
            </a:r>
            <a:endParaRPr sz="14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301" name="Google Shape;301;g3072d353d33_0_186"/>
          <p:cNvSpPr txBox="1"/>
          <p:nvPr/>
        </p:nvSpPr>
        <p:spPr>
          <a:xfrm>
            <a:off x="6299423" y="1540450"/>
            <a:ext cx="2769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800"/>
              <a:buFont typeface="Outfit"/>
              <a:buNone/>
            </a:pPr>
            <a:r>
              <a:rPr lang="en-US" sz="800" b="1">
                <a:solidFill>
                  <a:srgbClr val="0E2356"/>
                </a:solidFill>
              </a:rPr>
              <a:t>Indicateurs agiles sur la période</a:t>
            </a:r>
            <a:endParaRPr sz="14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302" name="Google Shape;302;g3072d353d33_0_186"/>
          <p:cNvSpPr/>
          <p:nvPr/>
        </p:nvSpPr>
        <p:spPr>
          <a:xfrm>
            <a:off x="6313045" y="1743601"/>
            <a:ext cx="2769600" cy="9453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0E235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00"/>
              <a:buFont typeface="Outfit"/>
              <a:buNone/>
            </a:pPr>
            <a:r>
              <a:rPr lang="en-US" sz="7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{{commentaire_indicateurs_agiles}} - {{points_attention}}</a:t>
            </a:r>
            <a:endParaRPr sz="14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Outfit"/>
              <a:buNone/>
            </a:pPr>
            <a:endParaRPr sz="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Outfit"/>
              <a:buNone/>
            </a:pPr>
            <a:endParaRPr sz="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Outfit"/>
              <a:buNone/>
            </a:pPr>
            <a:endParaRPr sz="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Outfit"/>
              <a:buNone/>
            </a:pPr>
            <a:endParaRPr sz="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303" name="Google Shape;303;g3072d353d33_0_186"/>
          <p:cNvSpPr/>
          <p:nvPr/>
        </p:nvSpPr>
        <p:spPr>
          <a:xfrm>
            <a:off x="6312750" y="1743600"/>
            <a:ext cx="2769600" cy="21030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0E235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00"/>
              <a:buFont typeface="Outfit"/>
              <a:buNone/>
            </a:pPr>
            <a:endParaRPr sz="14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Outfit"/>
              <a:buNone/>
            </a:pPr>
            <a:endParaRPr sz="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Outfit"/>
              <a:buNone/>
            </a:pPr>
            <a:endParaRPr sz="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Outfit"/>
              <a:buNone/>
            </a:pPr>
            <a:endParaRPr sz="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Outfit"/>
              <a:buNone/>
            </a:pPr>
            <a:endParaRPr sz="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304" name="Google Shape;304;g3072d353d33_0_186"/>
          <p:cNvSpPr/>
          <p:nvPr/>
        </p:nvSpPr>
        <p:spPr>
          <a:xfrm>
            <a:off x="2105450" y="799450"/>
            <a:ext cx="6173700" cy="486900"/>
          </a:xfrm>
          <a:prstGeom prst="rect">
            <a:avLst/>
          </a:prstGeom>
          <a:solidFill>
            <a:srgbClr val="0E235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Outfit"/>
              <a:buNone/>
            </a:pPr>
            <a:r>
              <a:rPr lang="en-US" sz="1000" b="1">
                <a:solidFill>
                  <a:srgbClr val="FFFFFF"/>
                </a:solidFill>
              </a:rPr>
              <a:t>Periode du {{periode_debut}} au {{periode_fin}}</a:t>
            </a:r>
            <a:endParaRPr sz="14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pic>
        <p:nvPicPr>
          <p:cNvPr id="305" name="Google Shape;305;g3072d353d33_0_18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274250" y="1819800"/>
            <a:ext cx="1788900" cy="1254885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0E2356"/>
            </a:solidFill>
            <a:prstDash val="solid"/>
            <a:miter lim="8000"/>
            <a:headEnd type="none" w="sm" len="sm"/>
            <a:tailEnd type="none" w="sm" len="sm"/>
          </a:ln>
        </p:spPr>
      </p:pic>
      <p:sp>
        <p:nvSpPr>
          <p:cNvPr id="306" name="Google Shape;306;g3072d353d33_0_186"/>
          <p:cNvSpPr txBox="1"/>
          <p:nvPr/>
        </p:nvSpPr>
        <p:spPr>
          <a:xfrm>
            <a:off x="6436050" y="1854200"/>
            <a:ext cx="774000" cy="48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chemeClr val="dk1"/>
                </a:solidFill>
              </a:rPr>
              <a:t>Velocite moyenne : {{velocite_moyenne}}</a:t>
            </a:r>
            <a:endParaRPr sz="800">
              <a:solidFill>
                <a:schemeClr val="dk1"/>
              </a:solidFill>
            </a:endParaRPr>
          </a:p>
        </p:txBody>
      </p:sp>
      <p:grpSp>
        <p:nvGrpSpPr>
          <p:cNvPr id="307" name="Google Shape;307;g3072d353d33_0_186"/>
          <p:cNvGrpSpPr/>
          <p:nvPr/>
        </p:nvGrpSpPr>
        <p:grpSpPr>
          <a:xfrm>
            <a:off x="8457781" y="753221"/>
            <a:ext cx="583929" cy="579378"/>
            <a:chOff x="10598150" y="2325688"/>
            <a:chExt cx="611188" cy="606425"/>
          </a:xfrm>
        </p:grpSpPr>
        <p:sp>
          <p:nvSpPr>
            <p:cNvPr id="308" name="Google Shape;308;g3072d353d33_0_186"/>
            <p:cNvSpPr/>
            <p:nvPr/>
          </p:nvSpPr>
          <p:spPr>
            <a:xfrm>
              <a:off x="10763250" y="2482850"/>
              <a:ext cx="281100" cy="2889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0D2DD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09" name="Google Shape;309;g3072d353d33_0_186"/>
            <p:cNvSpPr/>
            <p:nvPr/>
          </p:nvSpPr>
          <p:spPr>
            <a:xfrm>
              <a:off x="10871200" y="2325688"/>
              <a:ext cx="63500" cy="130175"/>
            </a:xfrm>
            <a:custGeom>
              <a:avLst/>
              <a:gdLst/>
              <a:ahLst/>
              <a:cxnLst/>
              <a:rect l="l" t="t" r="r" b="b"/>
              <a:pathLst>
                <a:path w="17" h="35" extrusionOk="0">
                  <a:moveTo>
                    <a:pt x="16" y="22"/>
                  </a:moveTo>
                  <a:cubicBezTo>
                    <a:pt x="16" y="22"/>
                    <a:pt x="16" y="22"/>
                    <a:pt x="16" y="22"/>
                  </a:cubicBezTo>
                  <a:cubicBezTo>
                    <a:pt x="11" y="11"/>
                    <a:pt x="17" y="0"/>
                    <a:pt x="17" y="0"/>
                  </a:cubicBezTo>
                  <a:cubicBezTo>
                    <a:pt x="1" y="14"/>
                    <a:pt x="0" y="22"/>
                    <a:pt x="0" y="26"/>
                  </a:cubicBezTo>
                  <a:cubicBezTo>
                    <a:pt x="0" y="31"/>
                    <a:pt x="4" y="35"/>
                    <a:pt x="9" y="35"/>
                  </a:cubicBezTo>
                  <a:cubicBezTo>
                    <a:pt x="13" y="35"/>
                    <a:pt x="17" y="31"/>
                    <a:pt x="17" y="26"/>
                  </a:cubicBezTo>
                  <a:cubicBezTo>
                    <a:pt x="17" y="25"/>
                    <a:pt x="17" y="23"/>
                    <a:pt x="16" y="22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10" name="Google Shape;310;g3072d353d33_0_186"/>
            <p:cNvSpPr/>
            <p:nvPr/>
          </p:nvSpPr>
          <p:spPr>
            <a:xfrm>
              <a:off x="10755313" y="2339975"/>
              <a:ext cx="79375" cy="138113"/>
            </a:xfrm>
            <a:custGeom>
              <a:avLst/>
              <a:gdLst/>
              <a:ahLst/>
              <a:cxnLst/>
              <a:rect l="l" t="t" r="r" b="b"/>
              <a:pathLst>
                <a:path w="21" h="37" extrusionOk="0">
                  <a:moveTo>
                    <a:pt x="17" y="21"/>
                  </a:moveTo>
                  <a:cubicBezTo>
                    <a:pt x="17" y="21"/>
                    <a:pt x="17" y="21"/>
                    <a:pt x="17" y="21"/>
                  </a:cubicBezTo>
                  <a:cubicBezTo>
                    <a:pt x="8" y="12"/>
                    <a:pt x="9" y="0"/>
                    <a:pt x="9" y="0"/>
                  </a:cubicBezTo>
                  <a:cubicBezTo>
                    <a:pt x="0" y="19"/>
                    <a:pt x="2" y="27"/>
                    <a:pt x="4" y="31"/>
                  </a:cubicBezTo>
                  <a:cubicBezTo>
                    <a:pt x="6" y="35"/>
                    <a:pt x="10" y="37"/>
                    <a:pt x="15" y="35"/>
                  </a:cubicBezTo>
                  <a:cubicBezTo>
                    <a:pt x="19" y="33"/>
                    <a:pt x="21" y="28"/>
                    <a:pt x="19" y="24"/>
                  </a:cubicBezTo>
                  <a:cubicBezTo>
                    <a:pt x="19" y="23"/>
                    <a:pt x="18" y="21"/>
                    <a:pt x="17" y="21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11" name="Google Shape;311;g3072d353d33_0_186"/>
            <p:cNvSpPr/>
            <p:nvPr/>
          </p:nvSpPr>
          <p:spPr>
            <a:xfrm>
              <a:off x="10658475" y="2436813"/>
              <a:ext cx="96838" cy="120650"/>
            </a:xfrm>
            <a:custGeom>
              <a:avLst/>
              <a:gdLst/>
              <a:ahLst/>
              <a:cxnLst/>
              <a:rect l="l" t="t" r="r" b="b"/>
              <a:pathLst>
                <a:path w="26" h="32" extrusionOk="0">
                  <a:moveTo>
                    <a:pt x="18" y="14"/>
                  </a:moveTo>
                  <a:cubicBezTo>
                    <a:pt x="18" y="14"/>
                    <a:pt x="18" y="14"/>
                    <a:pt x="18" y="14"/>
                  </a:cubicBezTo>
                  <a:cubicBezTo>
                    <a:pt x="5" y="11"/>
                    <a:pt x="0" y="0"/>
                    <a:pt x="0" y="0"/>
                  </a:cubicBezTo>
                  <a:cubicBezTo>
                    <a:pt x="3" y="21"/>
                    <a:pt x="8" y="27"/>
                    <a:pt x="12" y="29"/>
                  </a:cubicBezTo>
                  <a:cubicBezTo>
                    <a:pt x="15" y="32"/>
                    <a:pt x="21" y="31"/>
                    <a:pt x="24" y="27"/>
                  </a:cubicBezTo>
                  <a:cubicBezTo>
                    <a:pt x="26" y="23"/>
                    <a:pt x="25" y="18"/>
                    <a:pt x="22" y="15"/>
                  </a:cubicBezTo>
                  <a:cubicBezTo>
                    <a:pt x="20" y="14"/>
                    <a:pt x="19" y="14"/>
                    <a:pt x="18" y="14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12" name="Google Shape;312;g3072d353d33_0_186"/>
            <p:cNvSpPr/>
            <p:nvPr/>
          </p:nvSpPr>
          <p:spPr>
            <a:xfrm>
              <a:off x="10598150" y="2590800"/>
              <a:ext cx="127000" cy="71438"/>
            </a:xfrm>
            <a:custGeom>
              <a:avLst/>
              <a:gdLst/>
              <a:ahLst/>
              <a:cxnLst/>
              <a:rect l="l" t="t" r="r" b="b"/>
              <a:pathLst>
                <a:path w="34" h="19" extrusionOk="0">
                  <a:moveTo>
                    <a:pt x="21" y="3"/>
                  </a:moveTo>
                  <a:cubicBezTo>
                    <a:pt x="21" y="3"/>
                    <a:pt x="21" y="3"/>
                    <a:pt x="21" y="3"/>
                  </a:cubicBezTo>
                  <a:cubicBezTo>
                    <a:pt x="10" y="7"/>
                    <a:pt x="0" y="0"/>
                    <a:pt x="0" y="0"/>
                  </a:cubicBezTo>
                  <a:cubicBezTo>
                    <a:pt x="13" y="17"/>
                    <a:pt x="20" y="18"/>
                    <a:pt x="24" y="19"/>
                  </a:cubicBezTo>
                  <a:cubicBezTo>
                    <a:pt x="29" y="19"/>
                    <a:pt x="33" y="16"/>
                    <a:pt x="33" y="11"/>
                  </a:cubicBezTo>
                  <a:cubicBezTo>
                    <a:pt x="34" y="6"/>
                    <a:pt x="30" y="2"/>
                    <a:pt x="26" y="2"/>
                  </a:cubicBezTo>
                  <a:cubicBezTo>
                    <a:pt x="24" y="2"/>
                    <a:pt x="23" y="2"/>
                    <a:pt x="21" y="3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13" name="Google Shape;313;g3072d353d33_0_186"/>
            <p:cNvSpPr/>
            <p:nvPr/>
          </p:nvSpPr>
          <p:spPr>
            <a:xfrm>
              <a:off x="10620375" y="2700338"/>
              <a:ext cx="134938" cy="82550"/>
            </a:xfrm>
            <a:custGeom>
              <a:avLst/>
              <a:gdLst/>
              <a:ahLst/>
              <a:cxnLst/>
              <a:rect l="l" t="t" r="r" b="b"/>
              <a:pathLst>
                <a:path w="36" h="22" extrusionOk="0">
                  <a:moveTo>
                    <a:pt x="20" y="5"/>
                  </a:moveTo>
                  <a:cubicBezTo>
                    <a:pt x="20" y="5"/>
                    <a:pt x="20" y="5"/>
                    <a:pt x="20" y="5"/>
                  </a:cubicBezTo>
                  <a:cubicBezTo>
                    <a:pt x="12" y="14"/>
                    <a:pt x="0" y="13"/>
                    <a:pt x="0" y="13"/>
                  </a:cubicBezTo>
                  <a:cubicBezTo>
                    <a:pt x="19" y="22"/>
                    <a:pt x="27" y="20"/>
                    <a:pt x="30" y="18"/>
                  </a:cubicBezTo>
                  <a:cubicBezTo>
                    <a:pt x="34" y="16"/>
                    <a:pt x="36" y="11"/>
                    <a:pt x="34" y="7"/>
                  </a:cubicBezTo>
                  <a:cubicBezTo>
                    <a:pt x="32" y="2"/>
                    <a:pt x="27" y="0"/>
                    <a:pt x="23" y="2"/>
                  </a:cubicBezTo>
                  <a:cubicBezTo>
                    <a:pt x="22" y="3"/>
                    <a:pt x="21" y="4"/>
                    <a:pt x="20" y="5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14" name="Google Shape;314;g3072d353d33_0_186"/>
            <p:cNvSpPr/>
            <p:nvPr/>
          </p:nvSpPr>
          <p:spPr>
            <a:xfrm>
              <a:off x="10717213" y="2778125"/>
              <a:ext cx="120650" cy="98425"/>
            </a:xfrm>
            <a:custGeom>
              <a:avLst/>
              <a:gdLst/>
              <a:ahLst/>
              <a:cxnLst/>
              <a:rect l="l" t="t" r="r" b="b"/>
              <a:pathLst>
                <a:path w="32" h="26" extrusionOk="0">
                  <a:moveTo>
                    <a:pt x="14" y="8"/>
                  </a:moveTo>
                  <a:cubicBezTo>
                    <a:pt x="14" y="8"/>
                    <a:pt x="14" y="8"/>
                    <a:pt x="14" y="8"/>
                  </a:cubicBezTo>
                  <a:cubicBezTo>
                    <a:pt x="11" y="20"/>
                    <a:pt x="0" y="26"/>
                    <a:pt x="0" y="26"/>
                  </a:cubicBezTo>
                  <a:cubicBezTo>
                    <a:pt x="21" y="23"/>
                    <a:pt x="27" y="17"/>
                    <a:pt x="29" y="14"/>
                  </a:cubicBezTo>
                  <a:cubicBezTo>
                    <a:pt x="32" y="10"/>
                    <a:pt x="31" y="5"/>
                    <a:pt x="27" y="2"/>
                  </a:cubicBezTo>
                  <a:cubicBezTo>
                    <a:pt x="23" y="0"/>
                    <a:pt x="18" y="1"/>
                    <a:pt x="15" y="4"/>
                  </a:cubicBezTo>
                  <a:cubicBezTo>
                    <a:pt x="14" y="6"/>
                    <a:pt x="14" y="7"/>
                    <a:pt x="14" y="8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15" name="Google Shape;315;g3072d353d33_0_186"/>
            <p:cNvSpPr/>
            <p:nvPr/>
          </p:nvSpPr>
          <p:spPr>
            <a:xfrm>
              <a:off x="10868025" y="2805113"/>
              <a:ext cx="71438" cy="127000"/>
            </a:xfrm>
            <a:custGeom>
              <a:avLst/>
              <a:gdLst/>
              <a:ahLst/>
              <a:cxnLst/>
              <a:rect l="l" t="t" r="r" b="b"/>
              <a:pathLst>
                <a:path w="19" h="34" extrusionOk="0">
                  <a:moveTo>
                    <a:pt x="3" y="12"/>
                  </a:moveTo>
                  <a:cubicBezTo>
                    <a:pt x="3" y="12"/>
                    <a:pt x="3" y="12"/>
                    <a:pt x="3" y="12"/>
                  </a:cubicBezTo>
                  <a:cubicBezTo>
                    <a:pt x="7" y="24"/>
                    <a:pt x="0" y="34"/>
                    <a:pt x="0" y="34"/>
                  </a:cubicBezTo>
                  <a:cubicBezTo>
                    <a:pt x="17" y="21"/>
                    <a:pt x="19" y="14"/>
                    <a:pt x="19" y="10"/>
                  </a:cubicBezTo>
                  <a:cubicBezTo>
                    <a:pt x="19" y="5"/>
                    <a:pt x="16" y="0"/>
                    <a:pt x="11" y="0"/>
                  </a:cubicBezTo>
                  <a:cubicBezTo>
                    <a:pt x="6" y="0"/>
                    <a:pt x="2" y="3"/>
                    <a:pt x="2" y="8"/>
                  </a:cubicBezTo>
                  <a:cubicBezTo>
                    <a:pt x="2" y="10"/>
                    <a:pt x="2" y="11"/>
                    <a:pt x="3" y="12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16" name="Google Shape;316;g3072d353d33_0_186"/>
            <p:cNvSpPr/>
            <p:nvPr/>
          </p:nvSpPr>
          <p:spPr>
            <a:xfrm>
              <a:off x="10980738" y="2778125"/>
              <a:ext cx="77788" cy="139700"/>
            </a:xfrm>
            <a:custGeom>
              <a:avLst/>
              <a:gdLst/>
              <a:ahLst/>
              <a:cxnLst/>
              <a:rect l="l" t="t" r="r" b="b"/>
              <a:pathLst>
                <a:path w="21" h="37" extrusionOk="0">
                  <a:moveTo>
                    <a:pt x="4" y="17"/>
                  </a:moveTo>
                  <a:cubicBezTo>
                    <a:pt x="4" y="17"/>
                    <a:pt x="4" y="17"/>
                    <a:pt x="4" y="17"/>
                  </a:cubicBezTo>
                  <a:cubicBezTo>
                    <a:pt x="13" y="25"/>
                    <a:pt x="12" y="37"/>
                    <a:pt x="12" y="37"/>
                  </a:cubicBezTo>
                  <a:cubicBezTo>
                    <a:pt x="21" y="17"/>
                    <a:pt x="18" y="10"/>
                    <a:pt x="17" y="6"/>
                  </a:cubicBezTo>
                  <a:cubicBezTo>
                    <a:pt x="15" y="2"/>
                    <a:pt x="10" y="0"/>
                    <a:pt x="6" y="2"/>
                  </a:cubicBezTo>
                  <a:cubicBezTo>
                    <a:pt x="1" y="4"/>
                    <a:pt x="0" y="9"/>
                    <a:pt x="1" y="13"/>
                  </a:cubicBezTo>
                  <a:cubicBezTo>
                    <a:pt x="2" y="15"/>
                    <a:pt x="3" y="16"/>
                    <a:pt x="4" y="17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17" name="Google Shape;317;g3072d353d33_0_186"/>
            <p:cNvSpPr/>
            <p:nvPr/>
          </p:nvSpPr>
          <p:spPr>
            <a:xfrm>
              <a:off x="11052175" y="2695575"/>
              <a:ext cx="101600" cy="123825"/>
            </a:xfrm>
            <a:custGeom>
              <a:avLst/>
              <a:gdLst/>
              <a:ahLst/>
              <a:cxnLst/>
              <a:rect l="l" t="t" r="r" b="b"/>
              <a:pathLst>
                <a:path w="27" h="33" extrusionOk="0">
                  <a:moveTo>
                    <a:pt x="9" y="19"/>
                  </a:moveTo>
                  <a:cubicBezTo>
                    <a:pt x="9" y="19"/>
                    <a:pt x="9" y="19"/>
                    <a:pt x="9" y="19"/>
                  </a:cubicBezTo>
                  <a:cubicBezTo>
                    <a:pt x="22" y="21"/>
                    <a:pt x="27" y="33"/>
                    <a:pt x="27" y="33"/>
                  </a:cubicBezTo>
                  <a:cubicBezTo>
                    <a:pt x="25" y="11"/>
                    <a:pt x="19" y="6"/>
                    <a:pt x="15" y="4"/>
                  </a:cubicBezTo>
                  <a:cubicBezTo>
                    <a:pt x="11" y="0"/>
                    <a:pt x="6" y="2"/>
                    <a:pt x="3" y="6"/>
                  </a:cubicBezTo>
                  <a:cubicBezTo>
                    <a:pt x="0" y="9"/>
                    <a:pt x="1" y="15"/>
                    <a:pt x="5" y="18"/>
                  </a:cubicBezTo>
                  <a:cubicBezTo>
                    <a:pt x="7" y="19"/>
                    <a:pt x="8" y="19"/>
                    <a:pt x="9" y="19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18" name="Google Shape;318;g3072d353d33_0_186"/>
            <p:cNvSpPr/>
            <p:nvPr/>
          </p:nvSpPr>
          <p:spPr>
            <a:xfrm>
              <a:off x="11077575" y="2595563"/>
              <a:ext cx="131763" cy="63500"/>
            </a:xfrm>
            <a:custGeom>
              <a:avLst/>
              <a:gdLst/>
              <a:ahLst/>
              <a:cxnLst/>
              <a:rect l="l" t="t" r="r" b="b"/>
              <a:pathLst>
                <a:path w="35" h="17" extrusionOk="0">
                  <a:moveTo>
                    <a:pt x="13" y="16"/>
                  </a:moveTo>
                  <a:cubicBezTo>
                    <a:pt x="13" y="16"/>
                    <a:pt x="13" y="16"/>
                    <a:pt x="13" y="16"/>
                  </a:cubicBezTo>
                  <a:cubicBezTo>
                    <a:pt x="24" y="11"/>
                    <a:pt x="35" y="17"/>
                    <a:pt x="35" y="17"/>
                  </a:cubicBezTo>
                  <a:cubicBezTo>
                    <a:pt x="21" y="1"/>
                    <a:pt x="13" y="0"/>
                    <a:pt x="9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13"/>
                    <a:pt x="4" y="17"/>
                    <a:pt x="9" y="17"/>
                  </a:cubicBezTo>
                  <a:cubicBezTo>
                    <a:pt x="10" y="17"/>
                    <a:pt x="12" y="17"/>
                    <a:pt x="13" y="16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19" name="Google Shape;319;g3072d353d33_0_186"/>
            <p:cNvSpPr/>
            <p:nvPr/>
          </p:nvSpPr>
          <p:spPr>
            <a:xfrm>
              <a:off x="11052175" y="2474913"/>
              <a:ext cx="138113" cy="85725"/>
            </a:xfrm>
            <a:custGeom>
              <a:avLst/>
              <a:gdLst/>
              <a:ahLst/>
              <a:cxnLst/>
              <a:rect l="l" t="t" r="r" b="b"/>
              <a:pathLst>
                <a:path w="37" h="23" extrusionOk="0">
                  <a:moveTo>
                    <a:pt x="18" y="18"/>
                  </a:moveTo>
                  <a:cubicBezTo>
                    <a:pt x="18" y="18"/>
                    <a:pt x="18" y="18"/>
                    <a:pt x="18" y="18"/>
                  </a:cubicBezTo>
                  <a:cubicBezTo>
                    <a:pt x="25" y="7"/>
                    <a:pt x="37" y="8"/>
                    <a:pt x="37" y="8"/>
                  </a:cubicBezTo>
                  <a:cubicBezTo>
                    <a:pt x="17" y="0"/>
                    <a:pt x="10" y="4"/>
                    <a:pt x="6" y="6"/>
                  </a:cubicBezTo>
                  <a:cubicBezTo>
                    <a:pt x="2" y="8"/>
                    <a:pt x="0" y="13"/>
                    <a:pt x="3" y="17"/>
                  </a:cubicBezTo>
                  <a:cubicBezTo>
                    <a:pt x="5" y="21"/>
                    <a:pt x="10" y="23"/>
                    <a:pt x="15" y="21"/>
                  </a:cubicBezTo>
                  <a:cubicBezTo>
                    <a:pt x="16" y="20"/>
                    <a:pt x="17" y="19"/>
                    <a:pt x="18" y="18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20" name="Google Shape;320;g3072d353d33_0_186"/>
            <p:cNvSpPr/>
            <p:nvPr/>
          </p:nvSpPr>
          <p:spPr>
            <a:xfrm>
              <a:off x="10972800" y="2381250"/>
              <a:ext cx="112713" cy="101600"/>
            </a:xfrm>
            <a:custGeom>
              <a:avLst/>
              <a:gdLst/>
              <a:ahLst/>
              <a:cxnLst/>
              <a:rect l="l" t="t" r="r" b="b"/>
              <a:pathLst>
                <a:path w="30" h="27" extrusionOk="0">
                  <a:moveTo>
                    <a:pt x="19" y="18"/>
                  </a:moveTo>
                  <a:cubicBezTo>
                    <a:pt x="19" y="18"/>
                    <a:pt x="19" y="18"/>
                    <a:pt x="19" y="18"/>
                  </a:cubicBezTo>
                  <a:cubicBezTo>
                    <a:pt x="20" y="6"/>
                    <a:pt x="30" y="0"/>
                    <a:pt x="30" y="0"/>
                  </a:cubicBezTo>
                  <a:cubicBezTo>
                    <a:pt x="10" y="4"/>
                    <a:pt x="5" y="10"/>
                    <a:pt x="3" y="13"/>
                  </a:cubicBezTo>
                  <a:cubicBezTo>
                    <a:pt x="0" y="17"/>
                    <a:pt x="2" y="23"/>
                    <a:pt x="6" y="25"/>
                  </a:cubicBezTo>
                  <a:cubicBezTo>
                    <a:pt x="10" y="27"/>
                    <a:pt x="15" y="26"/>
                    <a:pt x="17" y="22"/>
                  </a:cubicBezTo>
                  <a:cubicBezTo>
                    <a:pt x="18" y="21"/>
                    <a:pt x="19" y="19"/>
                    <a:pt x="19" y="18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sp>
        <p:nvSpPr>
          <p:cNvPr id="321" name="Google Shape;321;g3072d353d33_0_186"/>
          <p:cNvSpPr txBox="1"/>
          <p:nvPr/>
        </p:nvSpPr>
        <p:spPr>
          <a:xfrm>
            <a:off x="6403950" y="2400900"/>
            <a:ext cx="838200" cy="48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chemeClr val="dk1"/>
                </a:solidFill>
              </a:rPr>
              <a:t>Taux predictibilite : {{taux_predictibilite}}</a:t>
            </a:r>
            <a:endParaRPr sz="800">
              <a:solidFill>
                <a:schemeClr val="dk1"/>
              </a:solidFill>
            </a:endParaRPr>
          </a:p>
        </p:txBody>
      </p:sp>
      <p:sp>
        <p:nvSpPr>
          <p:cNvPr id="322" name="Google Shape;322;g3072d353d33_0_186"/>
          <p:cNvSpPr txBox="1"/>
          <p:nvPr/>
        </p:nvSpPr>
        <p:spPr>
          <a:xfrm>
            <a:off x="6306386" y="3846600"/>
            <a:ext cx="2769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800"/>
              <a:buFont typeface="Outfit"/>
              <a:buNone/>
            </a:pPr>
            <a:r>
              <a:rPr lang="en-US" sz="800" b="1">
                <a:solidFill>
                  <a:srgbClr val="0E2356"/>
                </a:solidFill>
              </a:rPr>
              <a:t>Résultats et impacts métiers</a:t>
            </a:r>
            <a:endParaRPr sz="14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323" name="Google Shape;323;g3072d353d33_0_186"/>
          <p:cNvSpPr/>
          <p:nvPr/>
        </p:nvSpPr>
        <p:spPr>
          <a:xfrm>
            <a:off x="6319725" y="4070450"/>
            <a:ext cx="2769600" cy="7545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0E235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00"/>
              <a:buFont typeface="Outfit"/>
              <a:buNone/>
            </a:pPr>
            <a:endParaRPr sz="14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Outfit"/>
              <a:buNone/>
            </a:pPr>
            <a:endParaRPr sz="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Outfit"/>
              <a:buNone/>
            </a:pPr>
            <a:endParaRPr sz="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Outfit"/>
              <a:buNone/>
            </a:pPr>
            <a:endParaRPr sz="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Outfit"/>
              <a:buNone/>
            </a:pPr>
            <a:endParaRPr sz="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324" name="Google Shape;324;g3072d353d33_0_186"/>
          <p:cNvSpPr txBox="1"/>
          <p:nvPr/>
        </p:nvSpPr>
        <p:spPr>
          <a:xfrm>
            <a:off x="6436050" y="4151100"/>
            <a:ext cx="2471700" cy="48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chemeClr val="dk1"/>
                </a:solidFill>
              </a:rPr>
              <a:t>Progression des résultats métiers : </a:t>
            </a:r>
            <a:endParaRPr sz="10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chemeClr val="dk1"/>
                </a:solidFill>
              </a:rPr>
              <a:t>{{progression_resultats}} (de l'objectif final)</a:t>
            </a:r>
            <a:endParaRPr sz="1000">
              <a:solidFill>
                <a:schemeClr val="dk1"/>
              </a:solidFill>
            </a:endParaRPr>
          </a:p>
        </p:txBody>
      </p:sp>
      <p:sp>
        <p:nvSpPr>
          <p:cNvPr id="325" name="Google Shape;325;g3072d353d33_0_186"/>
          <p:cNvSpPr txBox="1"/>
          <p:nvPr/>
        </p:nvSpPr>
        <p:spPr>
          <a:xfrm>
            <a:off x="6512250" y="3359125"/>
            <a:ext cx="2550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chemeClr val="dk1"/>
                </a:solidFill>
              </a:rPr>
              <a:t>% d'avancement realisation projet : {{avancement_projet}}</a:t>
            </a:r>
            <a:endParaRPr sz="1000">
              <a:solidFill>
                <a:schemeClr val="dk1"/>
              </a:solidFill>
            </a:endParaRPr>
          </a:p>
        </p:txBody>
      </p:sp>
      <p:sp>
        <p:nvSpPr>
          <p:cNvPr id="326" name="Google Shape;326;g3072d353d33_0_186"/>
          <p:cNvSpPr/>
          <p:nvPr/>
        </p:nvSpPr>
        <p:spPr>
          <a:xfrm>
            <a:off x="10011107" y="3749632"/>
            <a:ext cx="293458" cy="508005"/>
          </a:xfrm>
          <a:custGeom>
            <a:avLst/>
            <a:gdLst/>
            <a:ahLst/>
            <a:cxnLst/>
            <a:rect l="l" t="t" r="r" b="b"/>
            <a:pathLst>
              <a:path w="238" h="412" extrusionOk="0">
                <a:moveTo>
                  <a:pt x="111" y="0"/>
                </a:moveTo>
                <a:lnTo>
                  <a:pt x="238" y="0"/>
                </a:lnTo>
                <a:lnTo>
                  <a:pt x="125" y="159"/>
                </a:lnTo>
                <a:lnTo>
                  <a:pt x="236" y="159"/>
                </a:lnTo>
                <a:lnTo>
                  <a:pt x="35" y="412"/>
                </a:lnTo>
                <a:lnTo>
                  <a:pt x="120" y="239"/>
                </a:lnTo>
                <a:lnTo>
                  <a:pt x="0" y="239"/>
                </a:lnTo>
                <a:lnTo>
                  <a:pt x="111" y="0"/>
                </a:lnTo>
                <a:lnTo>
                  <a:pt x="111" y="0"/>
                </a:lnTo>
                <a:close/>
              </a:path>
            </a:pathLst>
          </a:custGeom>
          <a:solidFill>
            <a:srgbClr val="80E8F0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grpSp>
        <p:nvGrpSpPr>
          <p:cNvPr id="327" name="Google Shape;327;g3072d353d33_0_186"/>
          <p:cNvGrpSpPr/>
          <p:nvPr/>
        </p:nvGrpSpPr>
        <p:grpSpPr>
          <a:xfrm>
            <a:off x="9902673" y="3124444"/>
            <a:ext cx="511039" cy="537366"/>
            <a:chOff x="9515476" y="2732088"/>
            <a:chExt cx="523874" cy="550862"/>
          </a:xfrm>
        </p:grpSpPr>
        <p:sp>
          <p:nvSpPr>
            <p:cNvPr id="328" name="Google Shape;328;g3072d353d33_0_186"/>
            <p:cNvSpPr/>
            <p:nvPr/>
          </p:nvSpPr>
          <p:spPr>
            <a:xfrm>
              <a:off x="9788525" y="3113088"/>
              <a:ext cx="68262" cy="98425"/>
            </a:xfrm>
            <a:custGeom>
              <a:avLst/>
              <a:gdLst/>
              <a:ahLst/>
              <a:cxnLst/>
              <a:rect l="l" t="t" r="r" b="b"/>
              <a:pathLst>
                <a:path w="18" h="26" extrusionOk="0">
                  <a:moveTo>
                    <a:pt x="18" y="17"/>
                  </a:moveTo>
                  <a:cubicBezTo>
                    <a:pt x="18" y="22"/>
                    <a:pt x="14" y="26"/>
                    <a:pt x="9" y="26"/>
                  </a:cubicBezTo>
                  <a:cubicBezTo>
                    <a:pt x="5" y="26"/>
                    <a:pt x="0" y="22"/>
                    <a:pt x="0" y="17"/>
                  </a:cubicBezTo>
                  <a:cubicBezTo>
                    <a:pt x="0" y="13"/>
                    <a:pt x="13" y="0"/>
                    <a:pt x="13" y="0"/>
                  </a:cubicBezTo>
                  <a:cubicBezTo>
                    <a:pt x="13" y="0"/>
                    <a:pt x="18" y="13"/>
                    <a:pt x="18" y="17"/>
                  </a:cubicBezTo>
                </a:path>
              </a:pathLst>
            </a:custGeom>
            <a:solidFill>
              <a:srgbClr val="6B7A99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29" name="Google Shape;329;g3072d353d33_0_186"/>
            <p:cNvSpPr/>
            <p:nvPr/>
          </p:nvSpPr>
          <p:spPr>
            <a:xfrm>
              <a:off x="9634538" y="3125788"/>
              <a:ext cx="52387" cy="77787"/>
            </a:xfrm>
            <a:custGeom>
              <a:avLst/>
              <a:gdLst/>
              <a:ahLst/>
              <a:cxnLst/>
              <a:rect l="l" t="t" r="r" b="b"/>
              <a:pathLst>
                <a:path w="14" h="21" extrusionOk="0">
                  <a:moveTo>
                    <a:pt x="14" y="14"/>
                  </a:moveTo>
                  <a:cubicBezTo>
                    <a:pt x="14" y="18"/>
                    <a:pt x="11" y="21"/>
                    <a:pt x="7" y="21"/>
                  </a:cubicBezTo>
                  <a:cubicBezTo>
                    <a:pt x="3" y="21"/>
                    <a:pt x="0" y="18"/>
                    <a:pt x="0" y="14"/>
                  </a:cubicBezTo>
                  <a:cubicBezTo>
                    <a:pt x="0" y="10"/>
                    <a:pt x="11" y="0"/>
                    <a:pt x="11" y="0"/>
                  </a:cubicBezTo>
                  <a:cubicBezTo>
                    <a:pt x="11" y="0"/>
                    <a:pt x="14" y="10"/>
                    <a:pt x="14" y="14"/>
                  </a:cubicBezTo>
                </a:path>
              </a:pathLst>
            </a:custGeom>
            <a:solidFill>
              <a:srgbClr val="6B7A99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30" name="Google Shape;330;g3072d353d33_0_186"/>
            <p:cNvSpPr/>
            <p:nvPr/>
          </p:nvSpPr>
          <p:spPr>
            <a:xfrm>
              <a:off x="9698038" y="3211513"/>
              <a:ext cx="52387" cy="71437"/>
            </a:xfrm>
            <a:custGeom>
              <a:avLst/>
              <a:gdLst/>
              <a:ahLst/>
              <a:cxnLst/>
              <a:rect l="l" t="t" r="r" b="b"/>
              <a:pathLst>
                <a:path w="14" h="19" extrusionOk="0">
                  <a:moveTo>
                    <a:pt x="14" y="13"/>
                  </a:moveTo>
                  <a:cubicBezTo>
                    <a:pt x="14" y="16"/>
                    <a:pt x="11" y="19"/>
                    <a:pt x="8" y="19"/>
                  </a:cubicBezTo>
                  <a:cubicBezTo>
                    <a:pt x="3" y="19"/>
                    <a:pt x="0" y="16"/>
                    <a:pt x="0" y="13"/>
                  </a:cubicBezTo>
                  <a:cubicBezTo>
                    <a:pt x="0" y="9"/>
                    <a:pt x="11" y="0"/>
                    <a:pt x="11" y="0"/>
                  </a:cubicBezTo>
                  <a:cubicBezTo>
                    <a:pt x="11" y="0"/>
                    <a:pt x="14" y="9"/>
                    <a:pt x="14" y="13"/>
                  </a:cubicBezTo>
                </a:path>
              </a:pathLst>
            </a:custGeom>
            <a:solidFill>
              <a:srgbClr val="6B7A99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31" name="Google Shape;331;g3072d353d33_0_186"/>
            <p:cNvSpPr/>
            <p:nvPr/>
          </p:nvSpPr>
          <p:spPr>
            <a:xfrm>
              <a:off x="9515476" y="2732088"/>
              <a:ext cx="523874" cy="400050"/>
            </a:xfrm>
            <a:custGeom>
              <a:avLst/>
              <a:gdLst/>
              <a:ahLst/>
              <a:cxnLst/>
              <a:rect l="l" t="t" r="r" b="b"/>
              <a:pathLst>
                <a:path w="140" h="107" extrusionOk="0">
                  <a:moveTo>
                    <a:pt x="104" y="21"/>
                  </a:moveTo>
                  <a:cubicBezTo>
                    <a:pt x="104" y="21"/>
                    <a:pt x="93" y="1"/>
                    <a:pt x="74" y="1"/>
                  </a:cubicBezTo>
                  <a:cubicBezTo>
                    <a:pt x="55" y="0"/>
                    <a:pt x="45" y="21"/>
                    <a:pt x="45" y="21"/>
                  </a:cubicBezTo>
                  <a:cubicBezTo>
                    <a:pt x="19" y="21"/>
                    <a:pt x="8" y="29"/>
                    <a:pt x="4" y="47"/>
                  </a:cubicBezTo>
                  <a:cubicBezTo>
                    <a:pt x="0" y="64"/>
                    <a:pt x="20" y="73"/>
                    <a:pt x="20" y="73"/>
                  </a:cubicBezTo>
                  <a:cubicBezTo>
                    <a:pt x="20" y="73"/>
                    <a:pt x="21" y="78"/>
                    <a:pt x="35" y="89"/>
                  </a:cubicBezTo>
                  <a:cubicBezTo>
                    <a:pt x="50" y="101"/>
                    <a:pt x="66" y="88"/>
                    <a:pt x="66" y="88"/>
                  </a:cubicBezTo>
                  <a:cubicBezTo>
                    <a:pt x="66" y="88"/>
                    <a:pt x="74" y="98"/>
                    <a:pt x="96" y="96"/>
                  </a:cubicBezTo>
                  <a:cubicBezTo>
                    <a:pt x="117" y="94"/>
                    <a:pt x="121" y="70"/>
                    <a:pt x="121" y="70"/>
                  </a:cubicBezTo>
                  <a:cubicBezTo>
                    <a:pt x="121" y="70"/>
                    <a:pt x="140" y="64"/>
                    <a:pt x="138" y="42"/>
                  </a:cubicBezTo>
                  <a:cubicBezTo>
                    <a:pt x="136" y="20"/>
                    <a:pt x="104" y="21"/>
                    <a:pt x="104" y="21"/>
                  </a:cubicBezTo>
                  <a:close/>
                  <a:moveTo>
                    <a:pt x="102" y="69"/>
                  </a:moveTo>
                  <a:cubicBezTo>
                    <a:pt x="111" y="70"/>
                    <a:pt x="111" y="70"/>
                    <a:pt x="111" y="70"/>
                  </a:cubicBezTo>
                  <a:cubicBezTo>
                    <a:pt x="91" y="107"/>
                    <a:pt x="66" y="80"/>
                    <a:pt x="66" y="80"/>
                  </a:cubicBezTo>
                  <a:cubicBezTo>
                    <a:pt x="29" y="96"/>
                    <a:pt x="22" y="56"/>
                    <a:pt x="22" y="56"/>
                  </a:cubicBezTo>
                  <a:cubicBezTo>
                    <a:pt x="19" y="66"/>
                    <a:pt x="19" y="66"/>
                    <a:pt x="19" y="66"/>
                  </a:cubicBezTo>
                  <a:cubicBezTo>
                    <a:pt x="19" y="66"/>
                    <a:pt x="7" y="60"/>
                    <a:pt x="15" y="42"/>
                  </a:cubicBezTo>
                  <a:cubicBezTo>
                    <a:pt x="28" y="18"/>
                    <a:pt x="60" y="33"/>
                    <a:pt x="60" y="33"/>
                  </a:cubicBezTo>
                  <a:cubicBezTo>
                    <a:pt x="53" y="23"/>
                    <a:pt x="53" y="23"/>
                    <a:pt x="53" y="23"/>
                  </a:cubicBezTo>
                  <a:cubicBezTo>
                    <a:pt x="53" y="23"/>
                    <a:pt x="56" y="16"/>
                    <a:pt x="73" y="13"/>
                  </a:cubicBezTo>
                  <a:cubicBezTo>
                    <a:pt x="91" y="9"/>
                    <a:pt x="105" y="31"/>
                    <a:pt x="105" y="31"/>
                  </a:cubicBezTo>
                  <a:cubicBezTo>
                    <a:pt x="105" y="26"/>
                    <a:pt x="105" y="26"/>
                    <a:pt x="105" y="26"/>
                  </a:cubicBezTo>
                  <a:cubicBezTo>
                    <a:pt x="105" y="26"/>
                    <a:pt x="128" y="28"/>
                    <a:pt x="131" y="45"/>
                  </a:cubicBezTo>
                  <a:cubicBezTo>
                    <a:pt x="134" y="64"/>
                    <a:pt x="102" y="69"/>
                    <a:pt x="102" y="69"/>
                  </a:cubicBezTo>
                  <a:close/>
                </a:path>
              </a:pathLst>
            </a:custGeom>
            <a:solidFill>
              <a:srgbClr val="6B7A99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sp>
        <p:nvSpPr>
          <p:cNvPr id="332" name="Google Shape;332;g3072d353d33_0_186"/>
          <p:cNvSpPr/>
          <p:nvPr/>
        </p:nvSpPr>
        <p:spPr>
          <a:xfrm>
            <a:off x="9902326" y="2653941"/>
            <a:ext cx="469352" cy="312781"/>
          </a:xfrm>
          <a:custGeom>
            <a:avLst/>
            <a:gdLst/>
            <a:ahLst/>
            <a:cxnLst/>
            <a:rect l="l" t="t" r="r" b="b"/>
            <a:pathLst>
              <a:path w="180" h="132" extrusionOk="0">
                <a:moveTo>
                  <a:pt x="144" y="132"/>
                </a:moveTo>
                <a:cubicBezTo>
                  <a:pt x="42" y="132"/>
                  <a:pt x="42" y="132"/>
                  <a:pt x="42" y="132"/>
                </a:cubicBezTo>
                <a:cubicBezTo>
                  <a:pt x="19" y="132"/>
                  <a:pt x="0" y="113"/>
                  <a:pt x="0" y="90"/>
                </a:cubicBezTo>
                <a:cubicBezTo>
                  <a:pt x="0" y="73"/>
                  <a:pt x="10" y="59"/>
                  <a:pt x="24" y="52"/>
                </a:cubicBezTo>
                <a:cubicBezTo>
                  <a:pt x="24" y="51"/>
                  <a:pt x="24" y="49"/>
                  <a:pt x="24" y="48"/>
                </a:cubicBezTo>
                <a:cubicBezTo>
                  <a:pt x="24" y="21"/>
                  <a:pt x="45" y="0"/>
                  <a:pt x="72" y="0"/>
                </a:cubicBezTo>
                <a:cubicBezTo>
                  <a:pt x="92" y="0"/>
                  <a:pt x="109" y="12"/>
                  <a:pt x="116" y="30"/>
                </a:cubicBezTo>
                <a:cubicBezTo>
                  <a:pt x="121" y="26"/>
                  <a:pt x="126" y="24"/>
                  <a:pt x="132" y="24"/>
                </a:cubicBezTo>
                <a:cubicBezTo>
                  <a:pt x="145" y="24"/>
                  <a:pt x="156" y="35"/>
                  <a:pt x="156" y="48"/>
                </a:cubicBezTo>
                <a:cubicBezTo>
                  <a:pt x="156" y="53"/>
                  <a:pt x="155" y="57"/>
                  <a:pt x="152" y="61"/>
                </a:cubicBezTo>
                <a:cubicBezTo>
                  <a:pt x="168" y="65"/>
                  <a:pt x="180" y="79"/>
                  <a:pt x="180" y="96"/>
                </a:cubicBezTo>
                <a:cubicBezTo>
                  <a:pt x="180" y="116"/>
                  <a:pt x="164" y="132"/>
                  <a:pt x="144" y="132"/>
                </a:cubicBezTo>
                <a:close/>
              </a:path>
            </a:pathLst>
          </a:custGeom>
          <a:solidFill>
            <a:srgbClr val="00D2DD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 b="0" i="0" u="none" strike="noStrike" cap="none">
              <a:solidFill>
                <a:srgbClr val="5A6A8A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grpSp>
        <p:nvGrpSpPr>
          <p:cNvPr id="333" name="Google Shape;333;g3072d353d33_0_186"/>
          <p:cNvGrpSpPr/>
          <p:nvPr/>
        </p:nvGrpSpPr>
        <p:grpSpPr>
          <a:xfrm>
            <a:off x="9902519" y="2037266"/>
            <a:ext cx="486270" cy="350973"/>
            <a:chOff x="7035831" y="2397735"/>
            <a:chExt cx="1871707" cy="1452103"/>
          </a:xfrm>
        </p:grpSpPr>
        <p:grpSp>
          <p:nvGrpSpPr>
            <p:cNvPr id="334" name="Google Shape;334;g3072d353d33_0_186"/>
            <p:cNvGrpSpPr/>
            <p:nvPr/>
          </p:nvGrpSpPr>
          <p:grpSpPr>
            <a:xfrm>
              <a:off x="7705623" y="2397735"/>
              <a:ext cx="1201915" cy="1192535"/>
              <a:chOff x="10598150" y="2325688"/>
              <a:chExt cx="611195" cy="606425"/>
            </a:xfrm>
          </p:grpSpPr>
          <p:sp>
            <p:nvSpPr>
              <p:cNvPr id="335" name="Google Shape;335;g3072d353d33_0_186"/>
              <p:cNvSpPr/>
              <p:nvPr/>
            </p:nvSpPr>
            <p:spPr>
              <a:xfrm>
                <a:off x="10763250" y="2482850"/>
                <a:ext cx="281100" cy="288900"/>
              </a:xfrm>
              <a:prstGeom prst="ellipse">
                <a:avLst/>
              </a:pr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36" name="Google Shape;336;g3072d353d33_0_186"/>
              <p:cNvSpPr/>
              <p:nvPr/>
            </p:nvSpPr>
            <p:spPr>
              <a:xfrm>
                <a:off x="10871200" y="2325688"/>
                <a:ext cx="63500" cy="130175"/>
              </a:xfrm>
              <a:custGeom>
                <a:avLst/>
                <a:gdLst/>
                <a:ahLst/>
                <a:cxnLst/>
                <a:rect l="l" t="t" r="r" b="b"/>
                <a:pathLst>
                  <a:path w="17" h="35" extrusionOk="0">
                    <a:moveTo>
                      <a:pt x="16" y="22"/>
                    </a:moveTo>
                    <a:cubicBezTo>
                      <a:pt x="16" y="22"/>
                      <a:pt x="16" y="22"/>
                      <a:pt x="16" y="22"/>
                    </a:cubicBezTo>
                    <a:cubicBezTo>
                      <a:pt x="11" y="11"/>
                      <a:pt x="17" y="0"/>
                      <a:pt x="17" y="0"/>
                    </a:cubicBezTo>
                    <a:cubicBezTo>
                      <a:pt x="1" y="14"/>
                      <a:pt x="0" y="22"/>
                      <a:pt x="0" y="26"/>
                    </a:cubicBezTo>
                    <a:cubicBezTo>
                      <a:pt x="0" y="31"/>
                      <a:pt x="4" y="35"/>
                      <a:pt x="9" y="35"/>
                    </a:cubicBezTo>
                    <a:cubicBezTo>
                      <a:pt x="13" y="35"/>
                      <a:pt x="17" y="31"/>
                      <a:pt x="17" y="26"/>
                    </a:cubicBezTo>
                    <a:cubicBezTo>
                      <a:pt x="17" y="25"/>
                      <a:pt x="17" y="23"/>
                      <a:pt x="16" y="22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37" name="Google Shape;337;g3072d353d33_0_186"/>
              <p:cNvSpPr/>
              <p:nvPr/>
            </p:nvSpPr>
            <p:spPr>
              <a:xfrm>
                <a:off x="10755313" y="2339975"/>
                <a:ext cx="79375" cy="138113"/>
              </a:xfrm>
              <a:custGeom>
                <a:avLst/>
                <a:gdLst/>
                <a:ahLst/>
                <a:cxnLst/>
                <a:rect l="l" t="t" r="r" b="b"/>
                <a:pathLst>
                  <a:path w="21" h="37" extrusionOk="0">
                    <a:moveTo>
                      <a:pt x="17" y="21"/>
                    </a:moveTo>
                    <a:cubicBezTo>
                      <a:pt x="17" y="21"/>
                      <a:pt x="17" y="21"/>
                      <a:pt x="17" y="21"/>
                    </a:cubicBezTo>
                    <a:cubicBezTo>
                      <a:pt x="8" y="12"/>
                      <a:pt x="9" y="0"/>
                      <a:pt x="9" y="0"/>
                    </a:cubicBezTo>
                    <a:cubicBezTo>
                      <a:pt x="0" y="19"/>
                      <a:pt x="2" y="27"/>
                      <a:pt x="4" y="31"/>
                    </a:cubicBezTo>
                    <a:cubicBezTo>
                      <a:pt x="6" y="35"/>
                      <a:pt x="10" y="37"/>
                      <a:pt x="15" y="35"/>
                    </a:cubicBezTo>
                    <a:cubicBezTo>
                      <a:pt x="19" y="33"/>
                      <a:pt x="21" y="28"/>
                      <a:pt x="19" y="24"/>
                    </a:cubicBezTo>
                    <a:cubicBezTo>
                      <a:pt x="19" y="23"/>
                      <a:pt x="18" y="21"/>
                      <a:pt x="17" y="21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38" name="Google Shape;338;g3072d353d33_0_186"/>
              <p:cNvSpPr/>
              <p:nvPr/>
            </p:nvSpPr>
            <p:spPr>
              <a:xfrm>
                <a:off x="10658475" y="2436813"/>
                <a:ext cx="96838" cy="120650"/>
              </a:xfrm>
              <a:custGeom>
                <a:avLst/>
                <a:gdLst/>
                <a:ahLst/>
                <a:cxnLst/>
                <a:rect l="l" t="t" r="r" b="b"/>
                <a:pathLst>
                  <a:path w="26" h="32" extrusionOk="0">
                    <a:moveTo>
                      <a:pt x="18" y="14"/>
                    </a:moveTo>
                    <a:cubicBezTo>
                      <a:pt x="18" y="14"/>
                      <a:pt x="18" y="14"/>
                      <a:pt x="18" y="14"/>
                    </a:cubicBezTo>
                    <a:cubicBezTo>
                      <a:pt x="5" y="11"/>
                      <a:pt x="0" y="0"/>
                      <a:pt x="0" y="0"/>
                    </a:cubicBezTo>
                    <a:cubicBezTo>
                      <a:pt x="3" y="21"/>
                      <a:pt x="8" y="27"/>
                      <a:pt x="12" y="29"/>
                    </a:cubicBezTo>
                    <a:cubicBezTo>
                      <a:pt x="15" y="32"/>
                      <a:pt x="21" y="31"/>
                      <a:pt x="24" y="27"/>
                    </a:cubicBezTo>
                    <a:cubicBezTo>
                      <a:pt x="26" y="23"/>
                      <a:pt x="25" y="18"/>
                      <a:pt x="22" y="15"/>
                    </a:cubicBezTo>
                    <a:cubicBezTo>
                      <a:pt x="20" y="14"/>
                      <a:pt x="19" y="14"/>
                      <a:pt x="18" y="14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39" name="Google Shape;339;g3072d353d33_0_186"/>
              <p:cNvSpPr/>
              <p:nvPr/>
            </p:nvSpPr>
            <p:spPr>
              <a:xfrm>
                <a:off x="10598150" y="2590800"/>
                <a:ext cx="127000" cy="71438"/>
              </a:xfrm>
              <a:custGeom>
                <a:avLst/>
                <a:gdLst/>
                <a:ahLst/>
                <a:cxnLst/>
                <a:rect l="l" t="t" r="r" b="b"/>
                <a:pathLst>
                  <a:path w="34" h="19" extrusionOk="0">
                    <a:moveTo>
                      <a:pt x="21" y="3"/>
                    </a:moveTo>
                    <a:cubicBezTo>
                      <a:pt x="21" y="3"/>
                      <a:pt x="21" y="3"/>
                      <a:pt x="21" y="3"/>
                    </a:cubicBezTo>
                    <a:cubicBezTo>
                      <a:pt x="10" y="7"/>
                      <a:pt x="0" y="0"/>
                      <a:pt x="0" y="0"/>
                    </a:cubicBezTo>
                    <a:cubicBezTo>
                      <a:pt x="13" y="17"/>
                      <a:pt x="20" y="18"/>
                      <a:pt x="24" y="19"/>
                    </a:cubicBezTo>
                    <a:cubicBezTo>
                      <a:pt x="29" y="19"/>
                      <a:pt x="33" y="16"/>
                      <a:pt x="33" y="11"/>
                    </a:cubicBezTo>
                    <a:cubicBezTo>
                      <a:pt x="34" y="6"/>
                      <a:pt x="30" y="2"/>
                      <a:pt x="26" y="2"/>
                    </a:cubicBezTo>
                    <a:cubicBezTo>
                      <a:pt x="24" y="2"/>
                      <a:pt x="23" y="2"/>
                      <a:pt x="21" y="3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40" name="Google Shape;340;g3072d353d33_0_186"/>
              <p:cNvSpPr/>
              <p:nvPr/>
            </p:nvSpPr>
            <p:spPr>
              <a:xfrm>
                <a:off x="10620375" y="2700338"/>
                <a:ext cx="134938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36" h="22" extrusionOk="0">
                    <a:moveTo>
                      <a:pt x="20" y="5"/>
                    </a:moveTo>
                    <a:cubicBezTo>
                      <a:pt x="20" y="5"/>
                      <a:pt x="20" y="5"/>
                      <a:pt x="20" y="5"/>
                    </a:cubicBezTo>
                    <a:cubicBezTo>
                      <a:pt x="12" y="14"/>
                      <a:pt x="0" y="13"/>
                      <a:pt x="0" y="13"/>
                    </a:cubicBezTo>
                    <a:cubicBezTo>
                      <a:pt x="19" y="22"/>
                      <a:pt x="27" y="20"/>
                      <a:pt x="30" y="18"/>
                    </a:cubicBezTo>
                    <a:cubicBezTo>
                      <a:pt x="34" y="16"/>
                      <a:pt x="36" y="11"/>
                      <a:pt x="34" y="7"/>
                    </a:cubicBezTo>
                    <a:cubicBezTo>
                      <a:pt x="32" y="2"/>
                      <a:pt x="27" y="0"/>
                      <a:pt x="23" y="2"/>
                    </a:cubicBezTo>
                    <a:cubicBezTo>
                      <a:pt x="22" y="3"/>
                      <a:pt x="21" y="4"/>
                      <a:pt x="20" y="5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41" name="Google Shape;341;g3072d353d33_0_186"/>
              <p:cNvSpPr/>
              <p:nvPr/>
            </p:nvSpPr>
            <p:spPr>
              <a:xfrm>
                <a:off x="10717213" y="2778125"/>
                <a:ext cx="120650" cy="98425"/>
              </a:xfrm>
              <a:custGeom>
                <a:avLst/>
                <a:gdLst/>
                <a:ahLst/>
                <a:cxnLst/>
                <a:rect l="l" t="t" r="r" b="b"/>
                <a:pathLst>
                  <a:path w="32" h="26" extrusionOk="0">
                    <a:moveTo>
                      <a:pt x="14" y="8"/>
                    </a:moveTo>
                    <a:cubicBezTo>
                      <a:pt x="14" y="8"/>
                      <a:pt x="14" y="8"/>
                      <a:pt x="14" y="8"/>
                    </a:cubicBezTo>
                    <a:cubicBezTo>
                      <a:pt x="11" y="20"/>
                      <a:pt x="0" y="26"/>
                      <a:pt x="0" y="26"/>
                    </a:cubicBezTo>
                    <a:cubicBezTo>
                      <a:pt x="21" y="23"/>
                      <a:pt x="27" y="17"/>
                      <a:pt x="29" y="14"/>
                    </a:cubicBezTo>
                    <a:cubicBezTo>
                      <a:pt x="32" y="10"/>
                      <a:pt x="31" y="5"/>
                      <a:pt x="27" y="2"/>
                    </a:cubicBezTo>
                    <a:cubicBezTo>
                      <a:pt x="23" y="0"/>
                      <a:pt x="18" y="1"/>
                      <a:pt x="15" y="4"/>
                    </a:cubicBezTo>
                    <a:cubicBezTo>
                      <a:pt x="14" y="6"/>
                      <a:pt x="14" y="7"/>
                      <a:pt x="14" y="8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42" name="Google Shape;342;g3072d353d33_0_186"/>
              <p:cNvSpPr/>
              <p:nvPr/>
            </p:nvSpPr>
            <p:spPr>
              <a:xfrm>
                <a:off x="10868025" y="2805113"/>
                <a:ext cx="71438" cy="127000"/>
              </a:xfrm>
              <a:custGeom>
                <a:avLst/>
                <a:gdLst/>
                <a:ahLst/>
                <a:cxnLst/>
                <a:rect l="l" t="t" r="r" b="b"/>
                <a:pathLst>
                  <a:path w="19" h="34" extrusionOk="0">
                    <a:moveTo>
                      <a:pt x="3" y="12"/>
                    </a:moveTo>
                    <a:cubicBezTo>
                      <a:pt x="3" y="12"/>
                      <a:pt x="3" y="12"/>
                      <a:pt x="3" y="12"/>
                    </a:cubicBezTo>
                    <a:cubicBezTo>
                      <a:pt x="7" y="24"/>
                      <a:pt x="0" y="34"/>
                      <a:pt x="0" y="34"/>
                    </a:cubicBezTo>
                    <a:cubicBezTo>
                      <a:pt x="17" y="21"/>
                      <a:pt x="19" y="14"/>
                      <a:pt x="19" y="10"/>
                    </a:cubicBezTo>
                    <a:cubicBezTo>
                      <a:pt x="19" y="5"/>
                      <a:pt x="16" y="0"/>
                      <a:pt x="11" y="0"/>
                    </a:cubicBezTo>
                    <a:cubicBezTo>
                      <a:pt x="6" y="0"/>
                      <a:pt x="2" y="3"/>
                      <a:pt x="2" y="8"/>
                    </a:cubicBezTo>
                    <a:cubicBezTo>
                      <a:pt x="2" y="10"/>
                      <a:pt x="2" y="11"/>
                      <a:pt x="3" y="12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43" name="Google Shape;343;g3072d353d33_0_186"/>
              <p:cNvSpPr/>
              <p:nvPr/>
            </p:nvSpPr>
            <p:spPr>
              <a:xfrm>
                <a:off x="10980738" y="2778125"/>
                <a:ext cx="77788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21" h="37" extrusionOk="0">
                    <a:moveTo>
                      <a:pt x="4" y="17"/>
                    </a:moveTo>
                    <a:cubicBezTo>
                      <a:pt x="4" y="17"/>
                      <a:pt x="4" y="17"/>
                      <a:pt x="4" y="17"/>
                    </a:cubicBezTo>
                    <a:cubicBezTo>
                      <a:pt x="13" y="25"/>
                      <a:pt x="12" y="37"/>
                      <a:pt x="12" y="37"/>
                    </a:cubicBezTo>
                    <a:cubicBezTo>
                      <a:pt x="21" y="17"/>
                      <a:pt x="18" y="10"/>
                      <a:pt x="17" y="6"/>
                    </a:cubicBezTo>
                    <a:cubicBezTo>
                      <a:pt x="15" y="2"/>
                      <a:pt x="10" y="0"/>
                      <a:pt x="6" y="2"/>
                    </a:cubicBezTo>
                    <a:cubicBezTo>
                      <a:pt x="1" y="4"/>
                      <a:pt x="0" y="9"/>
                      <a:pt x="1" y="13"/>
                    </a:cubicBezTo>
                    <a:cubicBezTo>
                      <a:pt x="2" y="15"/>
                      <a:pt x="3" y="16"/>
                      <a:pt x="4" y="17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44" name="Google Shape;344;g3072d353d33_0_186"/>
              <p:cNvSpPr/>
              <p:nvPr/>
            </p:nvSpPr>
            <p:spPr>
              <a:xfrm>
                <a:off x="11052185" y="2695575"/>
                <a:ext cx="101600" cy="123825"/>
              </a:xfrm>
              <a:custGeom>
                <a:avLst/>
                <a:gdLst/>
                <a:ahLst/>
                <a:cxnLst/>
                <a:rect l="l" t="t" r="r" b="b"/>
                <a:pathLst>
                  <a:path w="27" h="33" extrusionOk="0">
                    <a:moveTo>
                      <a:pt x="9" y="19"/>
                    </a:moveTo>
                    <a:cubicBezTo>
                      <a:pt x="9" y="19"/>
                      <a:pt x="9" y="19"/>
                      <a:pt x="9" y="19"/>
                    </a:cubicBezTo>
                    <a:cubicBezTo>
                      <a:pt x="22" y="21"/>
                      <a:pt x="27" y="33"/>
                      <a:pt x="27" y="33"/>
                    </a:cubicBezTo>
                    <a:cubicBezTo>
                      <a:pt x="25" y="11"/>
                      <a:pt x="19" y="6"/>
                      <a:pt x="15" y="4"/>
                    </a:cubicBezTo>
                    <a:cubicBezTo>
                      <a:pt x="11" y="0"/>
                      <a:pt x="6" y="2"/>
                      <a:pt x="3" y="6"/>
                    </a:cubicBezTo>
                    <a:cubicBezTo>
                      <a:pt x="0" y="9"/>
                      <a:pt x="1" y="15"/>
                      <a:pt x="5" y="18"/>
                    </a:cubicBezTo>
                    <a:cubicBezTo>
                      <a:pt x="7" y="19"/>
                      <a:pt x="8" y="19"/>
                      <a:pt x="9" y="19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45" name="Google Shape;345;g3072d353d33_0_186"/>
              <p:cNvSpPr/>
              <p:nvPr/>
            </p:nvSpPr>
            <p:spPr>
              <a:xfrm>
                <a:off x="11077581" y="2595563"/>
                <a:ext cx="131764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35" h="17" extrusionOk="0">
                    <a:moveTo>
                      <a:pt x="13" y="16"/>
                    </a:moveTo>
                    <a:cubicBezTo>
                      <a:pt x="13" y="16"/>
                      <a:pt x="13" y="16"/>
                      <a:pt x="13" y="16"/>
                    </a:cubicBezTo>
                    <a:cubicBezTo>
                      <a:pt x="24" y="11"/>
                      <a:pt x="35" y="17"/>
                      <a:pt x="35" y="17"/>
                    </a:cubicBezTo>
                    <a:cubicBezTo>
                      <a:pt x="21" y="1"/>
                      <a:pt x="13" y="0"/>
                      <a:pt x="9" y="0"/>
                    </a:cubicBezTo>
                    <a:cubicBezTo>
                      <a:pt x="4" y="0"/>
                      <a:pt x="0" y="4"/>
                      <a:pt x="0" y="8"/>
                    </a:cubicBezTo>
                    <a:cubicBezTo>
                      <a:pt x="0" y="13"/>
                      <a:pt x="4" y="17"/>
                      <a:pt x="9" y="17"/>
                    </a:cubicBezTo>
                    <a:cubicBezTo>
                      <a:pt x="10" y="17"/>
                      <a:pt x="12" y="17"/>
                      <a:pt x="13" y="16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46" name="Google Shape;346;g3072d353d33_0_186"/>
              <p:cNvSpPr/>
              <p:nvPr/>
            </p:nvSpPr>
            <p:spPr>
              <a:xfrm>
                <a:off x="11052185" y="2474913"/>
                <a:ext cx="138113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7" h="23" extrusionOk="0">
                    <a:moveTo>
                      <a:pt x="18" y="18"/>
                    </a:moveTo>
                    <a:cubicBezTo>
                      <a:pt x="18" y="18"/>
                      <a:pt x="18" y="18"/>
                      <a:pt x="18" y="18"/>
                    </a:cubicBezTo>
                    <a:cubicBezTo>
                      <a:pt x="25" y="7"/>
                      <a:pt x="37" y="8"/>
                      <a:pt x="37" y="8"/>
                    </a:cubicBezTo>
                    <a:cubicBezTo>
                      <a:pt x="17" y="0"/>
                      <a:pt x="10" y="4"/>
                      <a:pt x="6" y="6"/>
                    </a:cubicBezTo>
                    <a:cubicBezTo>
                      <a:pt x="2" y="8"/>
                      <a:pt x="0" y="13"/>
                      <a:pt x="3" y="17"/>
                    </a:cubicBezTo>
                    <a:cubicBezTo>
                      <a:pt x="5" y="21"/>
                      <a:pt x="10" y="23"/>
                      <a:pt x="15" y="21"/>
                    </a:cubicBezTo>
                    <a:cubicBezTo>
                      <a:pt x="16" y="20"/>
                      <a:pt x="17" y="19"/>
                      <a:pt x="18" y="18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47" name="Google Shape;347;g3072d353d33_0_186"/>
              <p:cNvSpPr/>
              <p:nvPr/>
            </p:nvSpPr>
            <p:spPr>
              <a:xfrm>
                <a:off x="10972800" y="2381250"/>
                <a:ext cx="112713" cy="101600"/>
              </a:xfrm>
              <a:custGeom>
                <a:avLst/>
                <a:gdLst/>
                <a:ahLst/>
                <a:cxnLst/>
                <a:rect l="l" t="t" r="r" b="b"/>
                <a:pathLst>
                  <a:path w="30" h="27" extrusionOk="0">
                    <a:moveTo>
                      <a:pt x="19" y="18"/>
                    </a:moveTo>
                    <a:cubicBezTo>
                      <a:pt x="19" y="18"/>
                      <a:pt x="19" y="18"/>
                      <a:pt x="19" y="18"/>
                    </a:cubicBezTo>
                    <a:cubicBezTo>
                      <a:pt x="20" y="6"/>
                      <a:pt x="30" y="0"/>
                      <a:pt x="30" y="0"/>
                    </a:cubicBezTo>
                    <a:cubicBezTo>
                      <a:pt x="10" y="4"/>
                      <a:pt x="5" y="10"/>
                      <a:pt x="3" y="13"/>
                    </a:cubicBezTo>
                    <a:cubicBezTo>
                      <a:pt x="0" y="17"/>
                      <a:pt x="2" y="23"/>
                      <a:pt x="6" y="25"/>
                    </a:cubicBezTo>
                    <a:cubicBezTo>
                      <a:pt x="10" y="27"/>
                      <a:pt x="15" y="26"/>
                      <a:pt x="17" y="22"/>
                    </a:cubicBezTo>
                    <a:cubicBezTo>
                      <a:pt x="18" y="21"/>
                      <a:pt x="19" y="19"/>
                      <a:pt x="19" y="18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</p:grpSp>
        <p:sp>
          <p:nvSpPr>
            <p:cNvPr id="348" name="Google Shape;348;g3072d353d33_0_186"/>
            <p:cNvSpPr/>
            <p:nvPr/>
          </p:nvSpPr>
          <p:spPr>
            <a:xfrm>
              <a:off x="7035831" y="2771780"/>
              <a:ext cx="1729445" cy="1078058"/>
            </a:xfrm>
            <a:custGeom>
              <a:avLst/>
              <a:gdLst/>
              <a:ahLst/>
              <a:cxnLst/>
              <a:rect l="l" t="t" r="r" b="b"/>
              <a:pathLst>
                <a:path w="180" h="132" extrusionOk="0">
                  <a:moveTo>
                    <a:pt x="144" y="132"/>
                  </a:moveTo>
                  <a:cubicBezTo>
                    <a:pt x="42" y="132"/>
                    <a:pt x="42" y="132"/>
                    <a:pt x="42" y="132"/>
                  </a:cubicBezTo>
                  <a:cubicBezTo>
                    <a:pt x="19" y="132"/>
                    <a:pt x="0" y="113"/>
                    <a:pt x="0" y="90"/>
                  </a:cubicBezTo>
                  <a:cubicBezTo>
                    <a:pt x="0" y="73"/>
                    <a:pt x="10" y="59"/>
                    <a:pt x="24" y="52"/>
                  </a:cubicBezTo>
                  <a:cubicBezTo>
                    <a:pt x="24" y="51"/>
                    <a:pt x="24" y="49"/>
                    <a:pt x="24" y="48"/>
                  </a:cubicBezTo>
                  <a:cubicBezTo>
                    <a:pt x="24" y="21"/>
                    <a:pt x="45" y="0"/>
                    <a:pt x="72" y="0"/>
                  </a:cubicBezTo>
                  <a:cubicBezTo>
                    <a:pt x="92" y="0"/>
                    <a:pt x="109" y="12"/>
                    <a:pt x="116" y="30"/>
                  </a:cubicBezTo>
                  <a:cubicBezTo>
                    <a:pt x="121" y="26"/>
                    <a:pt x="126" y="24"/>
                    <a:pt x="132" y="24"/>
                  </a:cubicBezTo>
                  <a:cubicBezTo>
                    <a:pt x="145" y="24"/>
                    <a:pt x="156" y="35"/>
                    <a:pt x="156" y="48"/>
                  </a:cubicBezTo>
                  <a:cubicBezTo>
                    <a:pt x="156" y="53"/>
                    <a:pt x="155" y="57"/>
                    <a:pt x="152" y="61"/>
                  </a:cubicBezTo>
                  <a:cubicBezTo>
                    <a:pt x="168" y="65"/>
                    <a:pt x="180" y="79"/>
                    <a:pt x="180" y="96"/>
                  </a:cubicBezTo>
                  <a:cubicBezTo>
                    <a:pt x="180" y="116"/>
                    <a:pt x="164" y="132"/>
                    <a:pt x="144" y="132"/>
                  </a:cubicBezTo>
                  <a:close/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5A6A8A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grpSp>
        <p:nvGrpSpPr>
          <p:cNvPr id="349" name="Google Shape;349;g3072d353d33_0_186"/>
          <p:cNvGrpSpPr/>
          <p:nvPr/>
        </p:nvGrpSpPr>
        <p:grpSpPr>
          <a:xfrm>
            <a:off x="9814281" y="1332571"/>
            <a:ext cx="583929" cy="579378"/>
            <a:chOff x="10598150" y="2325688"/>
            <a:chExt cx="611188" cy="606425"/>
          </a:xfrm>
        </p:grpSpPr>
        <p:sp>
          <p:nvSpPr>
            <p:cNvPr id="350" name="Google Shape;350;g3072d353d33_0_186"/>
            <p:cNvSpPr/>
            <p:nvPr/>
          </p:nvSpPr>
          <p:spPr>
            <a:xfrm>
              <a:off x="10763250" y="2482850"/>
              <a:ext cx="281100" cy="2889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0D2DD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51" name="Google Shape;351;g3072d353d33_0_186"/>
            <p:cNvSpPr/>
            <p:nvPr/>
          </p:nvSpPr>
          <p:spPr>
            <a:xfrm>
              <a:off x="10871200" y="2325688"/>
              <a:ext cx="63500" cy="130175"/>
            </a:xfrm>
            <a:custGeom>
              <a:avLst/>
              <a:gdLst/>
              <a:ahLst/>
              <a:cxnLst/>
              <a:rect l="l" t="t" r="r" b="b"/>
              <a:pathLst>
                <a:path w="17" h="35" extrusionOk="0">
                  <a:moveTo>
                    <a:pt x="16" y="22"/>
                  </a:moveTo>
                  <a:cubicBezTo>
                    <a:pt x="16" y="22"/>
                    <a:pt x="16" y="22"/>
                    <a:pt x="16" y="22"/>
                  </a:cubicBezTo>
                  <a:cubicBezTo>
                    <a:pt x="11" y="11"/>
                    <a:pt x="17" y="0"/>
                    <a:pt x="17" y="0"/>
                  </a:cubicBezTo>
                  <a:cubicBezTo>
                    <a:pt x="1" y="14"/>
                    <a:pt x="0" y="22"/>
                    <a:pt x="0" y="26"/>
                  </a:cubicBezTo>
                  <a:cubicBezTo>
                    <a:pt x="0" y="31"/>
                    <a:pt x="4" y="35"/>
                    <a:pt x="9" y="35"/>
                  </a:cubicBezTo>
                  <a:cubicBezTo>
                    <a:pt x="13" y="35"/>
                    <a:pt x="17" y="31"/>
                    <a:pt x="17" y="26"/>
                  </a:cubicBezTo>
                  <a:cubicBezTo>
                    <a:pt x="17" y="25"/>
                    <a:pt x="17" y="23"/>
                    <a:pt x="16" y="22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52" name="Google Shape;352;g3072d353d33_0_186"/>
            <p:cNvSpPr/>
            <p:nvPr/>
          </p:nvSpPr>
          <p:spPr>
            <a:xfrm>
              <a:off x="10755313" y="2339975"/>
              <a:ext cx="79375" cy="138113"/>
            </a:xfrm>
            <a:custGeom>
              <a:avLst/>
              <a:gdLst/>
              <a:ahLst/>
              <a:cxnLst/>
              <a:rect l="l" t="t" r="r" b="b"/>
              <a:pathLst>
                <a:path w="21" h="37" extrusionOk="0">
                  <a:moveTo>
                    <a:pt x="17" y="21"/>
                  </a:moveTo>
                  <a:cubicBezTo>
                    <a:pt x="17" y="21"/>
                    <a:pt x="17" y="21"/>
                    <a:pt x="17" y="21"/>
                  </a:cubicBezTo>
                  <a:cubicBezTo>
                    <a:pt x="8" y="12"/>
                    <a:pt x="9" y="0"/>
                    <a:pt x="9" y="0"/>
                  </a:cubicBezTo>
                  <a:cubicBezTo>
                    <a:pt x="0" y="19"/>
                    <a:pt x="2" y="27"/>
                    <a:pt x="4" y="31"/>
                  </a:cubicBezTo>
                  <a:cubicBezTo>
                    <a:pt x="6" y="35"/>
                    <a:pt x="10" y="37"/>
                    <a:pt x="15" y="35"/>
                  </a:cubicBezTo>
                  <a:cubicBezTo>
                    <a:pt x="19" y="33"/>
                    <a:pt x="21" y="28"/>
                    <a:pt x="19" y="24"/>
                  </a:cubicBezTo>
                  <a:cubicBezTo>
                    <a:pt x="19" y="23"/>
                    <a:pt x="18" y="21"/>
                    <a:pt x="17" y="21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53" name="Google Shape;353;g3072d353d33_0_186"/>
            <p:cNvSpPr/>
            <p:nvPr/>
          </p:nvSpPr>
          <p:spPr>
            <a:xfrm>
              <a:off x="10658475" y="2436813"/>
              <a:ext cx="96838" cy="120650"/>
            </a:xfrm>
            <a:custGeom>
              <a:avLst/>
              <a:gdLst/>
              <a:ahLst/>
              <a:cxnLst/>
              <a:rect l="l" t="t" r="r" b="b"/>
              <a:pathLst>
                <a:path w="26" h="32" extrusionOk="0">
                  <a:moveTo>
                    <a:pt x="18" y="14"/>
                  </a:moveTo>
                  <a:cubicBezTo>
                    <a:pt x="18" y="14"/>
                    <a:pt x="18" y="14"/>
                    <a:pt x="18" y="14"/>
                  </a:cubicBezTo>
                  <a:cubicBezTo>
                    <a:pt x="5" y="11"/>
                    <a:pt x="0" y="0"/>
                    <a:pt x="0" y="0"/>
                  </a:cubicBezTo>
                  <a:cubicBezTo>
                    <a:pt x="3" y="21"/>
                    <a:pt x="8" y="27"/>
                    <a:pt x="12" y="29"/>
                  </a:cubicBezTo>
                  <a:cubicBezTo>
                    <a:pt x="15" y="32"/>
                    <a:pt x="21" y="31"/>
                    <a:pt x="24" y="27"/>
                  </a:cubicBezTo>
                  <a:cubicBezTo>
                    <a:pt x="26" y="23"/>
                    <a:pt x="25" y="18"/>
                    <a:pt x="22" y="15"/>
                  </a:cubicBezTo>
                  <a:cubicBezTo>
                    <a:pt x="20" y="14"/>
                    <a:pt x="19" y="14"/>
                    <a:pt x="18" y="14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54" name="Google Shape;354;g3072d353d33_0_186"/>
            <p:cNvSpPr/>
            <p:nvPr/>
          </p:nvSpPr>
          <p:spPr>
            <a:xfrm>
              <a:off x="10598150" y="2590800"/>
              <a:ext cx="127000" cy="71438"/>
            </a:xfrm>
            <a:custGeom>
              <a:avLst/>
              <a:gdLst/>
              <a:ahLst/>
              <a:cxnLst/>
              <a:rect l="l" t="t" r="r" b="b"/>
              <a:pathLst>
                <a:path w="34" h="19" extrusionOk="0">
                  <a:moveTo>
                    <a:pt x="21" y="3"/>
                  </a:moveTo>
                  <a:cubicBezTo>
                    <a:pt x="21" y="3"/>
                    <a:pt x="21" y="3"/>
                    <a:pt x="21" y="3"/>
                  </a:cubicBezTo>
                  <a:cubicBezTo>
                    <a:pt x="10" y="7"/>
                    <a:pt x="0" y="0"/>
                    <a:pt x="0" y="0"/>
                  </a:cubicBezTo>
                  <a:cubicBezTo>
                    <a:pt x="13" y="17"/>
                    <a:pt x="20" y="18"/>
                    <a:pt x="24" y="19"/>
                  </a:cubicBezTo>
                  <a:cubicBezTo>
                    <a:pt x="29" y="19"/>
                    <a:pt x="33" y="16"/>
                    <a:pt x="33" y="11"/>
                  </a:cubicBezTo>
                  <a:cubicBezTo>
                    <a:pt x="34" y="6"/>
                    <a:pt x="30" y="2"/>
                    <a:pt x="26" y="2"/>
                  </a:cubicBezTo>
                  <a:cubicBezTo>
                    <a:pt x="24" y="2"/>
                    <a:pt x="23" y="2"/>
                    <a:pt x="21" y="3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55" name="Google Shape;355;g3072d353d33_0_186"/>
            <p:cNvSpPr/>
            <p:nvPr/>
          </p:nvSpPr>
          <p:spPr>
            <a:xfrm>
              <a:off x="10620375" y="2700338"/>
              <a:ext cx="134938" cy="82550"/>
            </a:xfrm>
            <a:custGeom>
              <a:avLst/>
              <a:gdLst/>
              <a:ahLst/>
              <a:cxnLst/>
              <a:rect l="l" t="t" r="r" b="b"/>
              <a:pathLst>
                <a:path w="36" h="22" extrusionOk="0">
                  <a:moveTo>
                    <a:pt x="20" y="5"/>
                  </a:moveTo>
                  <a:cubicBezTo>
                    <a:pt x="20" y="5"/>
                    <a:pt x="20" y="5"/>
                    <a:pt x="20" y="5"/>
                  </a:cubicBezTo>
                  <a:cubicBezTo>
                    <a:pt x="12" y="14"/>
                    <a:pt x="0" y="13"/>
                    <a:pt x="0" y="13"/>
                  </a:cubicBezTo>
                  <a:cubicBezTo>
                    <a:pt x="19" y="22"/>
                    <a:pt x="27" y="20"/>
                    <a:pt x="30" y="18"/>
                  </a:cubicBezTo>
                  <a:cubicBezTo>
                    <a:pt x="34" y="16"/>
                    <a:pt x="36" y="11"/>
                    <a:pt x="34" y="7"/>
                  </a:cubicBezTo>
                  <a:cubicBezTo>
                    <a:pt x="32" y="2"/>
                    <a:pt x="27" y="0"/>
                    <a:pt x="23" y="2"/>
                  </a:cubicBezTo>
                  <a:cubicBezTo>
                    <a:pt x="22" y="3"/>
                    <a:pt x="21" y="4"/>
                    <a:pt x="20" y="5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56" name="Google Shape;356;g3072d353d33_0_186"/>
            <p:cNvSpPr/>
            <p:nvPr/>
          </p:nvSpPr>
          <p:spPr>
            <a:xfrm>
              <a:off x="10717213" y="2778125"/>
              <a:ext cx="120650" cy="98425"/>
            </a:xfrm>
            <a:custGeom>
              <a:avLst/>
              <a:gdLst/>
              <a:ahLst/>
              <a:cxnLst/>
              <a:rect l="l" t="t" r="r" b="b"/>
              <a:pathLst>
                <a:path w="32" h="26" extrusionOk="0">
                  <a:moveTo>
                    <a:pt x="14" y="8"/>
                  </a:moveTo>
                  <a:cubicBezTo>
                    <a:pt x="14" y="8"/>
                    <a:pt x="14" y="8"/>
                    <a:pt x="14" y="8"/>
                  </a:cubicBezTo>
                  <a:cubicBezTo>
                    <a:pt x="11" y="20"/>
                    <a:pt x="0" y="26"/>
                    <a:pt x="0" y="26"/>
                  </a:cubicBezTo>
                  <a:cubicBezTo>
                    <a:pt x="21" y="23"/>
                    <a:pt x="27" y="17"/>
                    <a:pt x="29" y="14"/>
                  </a:cubicBezTo>
                  <a:cubicBezTo>
                    <a:pt x="32" y="10"/>
                    <a:pt x="31" y="5"/>
                    <a:pt x="27" y="2"/>
                  </a:cubicBezTo>
                  <a:cubicBezTo>
                    <a:pt x="23" y="0"/>
                    <a:pt x="18" y="1"/>
                    <a:pt x="15" y="4"/>
                  </a:cubicBezTo>
                  <a:cubicBezTo>
                    <a:pt x="14" y="6"/>
                    <a:pt x="14" y="7"/>
                    <a:pt x="14" y="8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57" name="Google Shape;357;g3072d353d33_0_186"/>
            <p:cNvSpPr/>
            <p:nvPr/>
          </p:nvSpPr>
          <p:spPr>
            <a:xfrm>
              <a:off x="10868025" y="2805113"/>
              <a:ext cx="71438" cy="127000"/>
            </a:xfrm>
            <a:custGeom>
              <a:avLst/>
              <a:gdLst/>
              <a:ahLst/>
              <a:cxnLst/>
              <a:rect l="l" t="t" r="r" b="b"/>
              <a:pathLst>
                <a:path w="19" h="34" extrusionOk="0">
                  <a:moveTo>
                    <a:pt x="3" y="12"/>
                  </a:moveTo>
                  <a:cubicBezTo>
                    <a:pt x="3" y="12"/>
                    <a:pt x="3" y="12"/>
                    <a:pt x="3" y="12"/>
                  </a:cubicBezTo>
                  <a:cubicBezTo>
                    <a:pt x="7" y="24"/>
                    <a:pt x="0" y="34"/>
                    <a:pt x="0" y="34"/>
                  </a:cubicBezTo>
                  <a:cubicBezTo>
                    <a:pt x="17" y="21"/>
                    <a:pt x="19" y="14"/>
                    <a:pt x="19" y="10"/>
                  </a:cubicBezTo>
                  <a:cubicBezTo>
                    <a:pt x="19" y="5"/>
                    <a:pt x="16" y="0"/>
                    <a:pt x="11" y="0"/>
                  </a:cubicBezTo>
                  <a:cubicBezTo>
                    <a:pt x="6" y="0"/>
                    <a:pt x="2" y="3"/>
                    <a:pt x="2" y="8"/>
                  </a:cubicBezTo>
                  <a:cubicBezTo>
                    <a:pt x="2" y="10"/>
                    <a:pt x="2" y="11"/>
                    <a:pt x="3" y="12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58" name="Google Shape;358;g3072d353d33_0_186"/>
            <p:cNvSpPr/>
            <p:nvPr/>
          </p:nvSpPr>
          <p:spPr>
            <a:xfrm>
              <a:off x="10980738" y="2778125"/>
              <a:ext cx="77788" cy="139700"/>
            </a:xfrm>
            <a:custGeom>
              <a:avLst/>
              <a:gdLst/>
              <a:ahLst/>
              <a:cxnLst/>
              <a:rect l="l" t="t" r="r" b="b"/>
              <a:pathLst>
                <a:path w="21" h="37" extrusionOk="0">
                  <a:moveTo>
                    <a:pt x="4" y="17"/>
                  </a:moveTo>
                  <a:cubicBezTo>
                    <a:pt x="4" y="17"/>
                    <a:pt x="4" y="17"/>
                    <a:pt x="4" y="17"/>
                  </a:cubicBezTo>
                  <a:cubicBezTo>
                    <a:pt x="13" y="25"/>
                    <a:pt x="12" y="37"/>
                    <a:pt x="12" y="37"/>
                  </a:cubicBezTo>
                  <a:cubicBezTo>
                    <a:pt x="21" y="17"/>
                    <a:pt x="18" y="10"/>
                    <a:pt x="17" y="6"/>
                  </a:cubicBezTo>
                  <a:cubicBezTo>
                    <a:pt x="15" y="2"/>
                    <a:pt x="10" y="0"/>
                    <a:pt x="6" y="2"/>
                  </a:cubicBezTo>
                  <a:cubicBezTo>
                    <a:pt x="1" y="4"/>
                    <a:pt x="0" y="9"/>
                    <a:pt x="1" y="13"/>
                  </a:cubicBezTo>
                  <a:cubicBezTo>
                    <a:pt x="2" y="15"/>
                    <a:pt x="3" y="16"/>
                    <a:pt x="4" y="17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59" name="Google Shape;359;g3072d353d33_0_186"/>
            <p:cNvSpPr/>
            <p:nvPr/>
          </p:nvSpPr>
          <p:spPr>
            <a:xfrm>
              <a:off x="11052175" y="2695575"/>
              <a:ext cx="101600" cy="123825"/>
            </a:xfrm>
            <a:custGeom>
              <a:avLst/>
              <a:gdLst/>
              <a:ahLst/>
              <a:cxnLst/>
              <a:rect l="l" t="t" r="r" b="b"/>
              <a:pathLst>
                <a:path w="27" h="33" extrusionOk="0">
                  <a:moveTo>
                    <a:pt x="9" y="19"/>
                  </a:moveTo>
                  <a:cubicBezTo>
                    <a:pt x="9" y="19"/>
                    <a:pt x="9" y="19"/>
                    <a:pt x="9" y="19"/>
                  </a:cubicBezTo>
                  <a:cubicBezTo>
                    <a:pt x="22" y="21"/>
                    <a:pt x="27" y="33"/>
                    <a:pt x="27" y="33"/>
                  </a:cubicBezTo>
                  <a:cubicBezTo>
                    <a:pt x="25" y="11"/>
                    <a:pt x="19" y="6"/>
                    <a:pt x="15" y="4"/>
                  </a:cubicBezTo>
                  <a:cubicBezTo>
                    <a:pt x="11" y="0"/>
                    <a:pt x="6" y="2"/>
                    <a:pt x="3" y="6"/>
                  </a:cubicBezTo>
                  <a:cubicBezTo>
                    <a:pt x="0" y="9"/>
                    <a:pt x="1" y="15"/>
                    <a:pt x="5" y="18"/>
                  </a:cubicBezTo>
                  <a:cubicBezTo>
                    <a:pt x="7" y="19"/>
                    <a:pt x="8" y="19"/>
                    <a:pt x="9" y="19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60" name="Google Shape;360;g3072d353d33_0_186"/>
            <p:cNvSpPr/>
            <p:nvPr/>
          </p:nvSpPr>
          <p:spPr>
            <a:xfrm>
              <a:off x="11077575" y="2595563"/>
              <a:ext cx="131763" cy="63500"/>
            </a:xfrm>
            <a:custGeom>
              <a:avLst/>
              <a:gdLst/>
              <a:ahLst/>
              <a:cxnLst/>
              <a:rect l="l" t="t" r="r" b="b"/>
              <a:pathLst>
                <a:path w="35" h="17" extrusionOk="0">
                  <a:moveTo>
                    <a:pt x="13" y="16"/>
                  </a:moveTo>
                  <a:cubicBezTo>
                    <a:pt x="13" y="16"/>
                    <a:pt x="13" y="16"/>
                    <a:pt x="13" y="16"/>
                  </a:cubicBezTo>
                  <a:cubicBezTo>
                    <a:pt x="24" y="11"/>
                    <a:pt x="35" y="17"/>
                    <a:pt x="35" y="17"/>
                  </a:cubicBezTo>
                  <a:cubicBezTo>
                    <a:pt x="21" y="1"/>
                    <a:pt x="13" y="0"/>
                    <a:pt x="9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13"/>
                    <a:pt x="4" y="17"/>
                    <a:pt x="9" y="17"/>
                  </a:cubicBezTo>
                  <a:cubicBezTo>
                    <a:pt x="10" y="17"/>
                    <a:pt x="12" y="17"/>
                    <a:pt x="13" y="16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61" name="Google Shape;361;g3072d353d33_0_186"/>
            <p:cNvSpPr/>
            <p:nvPr/>
          </p:nvSpPr>
          <p:spPr>
            <a:xfrm>
              <a:off x="11052175" y="2474913"/>
              <a:ext cx="138113" cy="85725"/>
            </a:xfrm>
            <a:custGeom>
              <a:avLst/>
              <a:gdLst/>
              <a:ahLst/>
              <a:cxnLst/>
              <a:rect l="l" t="t" r="r" b="b"/>
              <a:pathLst>
                <a:path w="37" h="23" extrusionOk="0">
                  <a:moveTo>
                    <a:pt x="18" y="18"/>
                  </a:moveTo>
                  <a:cubicBezTo>
                    <a:pt x="18" y="18"/>
                    <a:pt x="18" y="18"/>
                    <a:pt x="18" y="18"/>
                  </a:cubicBezTo>
                  <a:cubicBezTo>
                    <a:pt x="25" y="7"/>
                    <a:pt x="37" y="8"/>
                    <a:pt x="37" y="8"/>
                  </a:cubicBezTo>
                  <a:cubicBezTo>
                    <a:pt x="17" y="0"/>
                    <a:pt x="10" y="4"/>
                    <a:pt x="6" y="6"/>
                  </a:cubicBezTo>
                  <a:cubicBezTo>
                    <a:pt x="2" y="8"/>
                    <a:pt x="0" y="13"/>
                    <a:pt x="3" y="17"/>
                  </a:cubicBezTo>
                  <a:cubicBezTo>
                    <a:pt x="5" y="21"/>
                    <a:pt x="10" y="23"/>
                    <a:pt x="15" y="21"/>
                  </a:cubicBezTo>
                  <a:cubicBezTo>
                    <a:pt x="16" y="20"/>
                    <a:pt x="17" y="19"/>
                    <a:pt x="18" y="18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62" name="Google Shape;362;g3072d353d33_0_186"/>
            <p:cNvSpPr/>
            <p:nvPr/>
          </p:nvSpPr>
          <p:spPr>
            <a:xfrm>
              <a:off x="10972800" y="2381250"/>
              <a:ext cx="112713" cy="101600"/>
            </a:xfrm>
            <a:custGeom>
              <a:avLst/>
              <a:gdLst/>
              <a:ahLst/>
              <a:cxnLst/>
              <a:rect l="l" t="t" r="r" b="b"/>
              <a:pathLst>
                <a:path w="30" h="27" extrusionOk="0">
                  <a:moveTo>
                    <a:pt x="19" y="18"/>
                  </a:moveTo>
                  <a:cubicBezTo>
                    <a:pt x="19" y="18"/>
                    <a:pt x="19" y="18"/>
                    <a:pt x="19" y="18"/>
                  </a:cubicBezTo>
                  <a:cubicBezTo>
                    <a:pt x="20" y="6"/>
                    <a:pt x="30" y="0"/>
                    <a:pt x="30" y="0"/>
                  </a:cubicBezTo>
                  <a:cubicBezTo>
                    <a:pt x="10" y="4"/>
                    <a:pt x="5" y="10"/>
                    <a:pt x="3" y="13"/>
                  </a:cubicBezTo>
                  <a:cubicBezTo>
                    <a:pt x="0" y="17"/>
                    <a:pt x="2" y="23"/>
                    <a:pt x="6" y="25"/>
                  </a:cubicBezTo>
                  <a:cubicBezTo>
                    <a:pt x="10" y="27"/>
                    <a:pt x="15" y="26"/>
                    <a:pt x="17" y="22"/>
                  </a:cubicBezTo>
                  <a:cubicBezTo>
                    <a:pt x="18" y="21"/>
                    <a:pt x="19" y="19"/>
                    <a:pt x="19" y="18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sp>
        <p:nvSpPr>
          <p:cNvPr id="9902" name="OctoAccentLine"/>
          <p:cNvSpPr>
            <a:spLocks noGrp="1"/>
          </p:cNvSpPr>
          <p:nvPr/>
        </p:nvSpPr>
        <p:spPr>
          <a:xfrm>
            <a:off x="0" y="480060"/>
            <a:ext cx="9144000" cy="19050"/>
          </a:xfrm>
          <a:prstGeom prst="rect">
            <a:avLst/>
          </a:prstGeom>
          <a:solidFill>
            <a:srgbClr val="00D2DD"/>
          </a:solidFill>
          <a:ln>
            <a:noFill/>
          </a:ln>
        </p:spPr>
        <p:txBody>
          <a:bodyPr/>
          <a:lstStyle/>
          <a:p/>
        </p:txBody>
      </p:sp>
      <p:sp>
        <p:nvSpPr>
          <p:cNvPr id="9900" name="OctoFooter"/>
          <p:cNvSpPr txBox="1">
            <a:spLocks noGrp="1"/>
          </p:cNvSpPr>
          <p:nvPr/>
        </p:nvSpPr>
        <p:spPr>
          <a:xfrm>
            <a:off x="182880" y="4953500"/>
            <a:ext cx="7315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fr-FR" sz="600" b="0">
                <a:solidFill>
                  <a:srgbClr val="6B7A99"/>
                </a:solidFill>
                <a:latin typeface="Outfit"/>
              </a:rPr>
              <a:t>OCTO I PART OF ACCENTURE | © 2026 - All rights reserved</a:t>
            </a:r>
          </a:p>
        </p:txBody>
      </p:sp>
      <p:sp>
        <p:nvSpPr>
          <p:cNvPr id="9901" name="OctoPageCircle"/>
          <p:cNvSpPr>
            <a:spLocks noGrp="1"/>
          </p:cNvSpPr>
          <p:nvPr/>
        </p:nvSpPr>
        <p:spPr>
          <a:xfrm>
            <a:off x="8844000" y="4893500"/>
            <a:ext cx="228600" cy="228600"/>
          </a:xfrm>
          <a:prstGeom prst="ellipse">
            <a:avLst/>
          </a:prstGeom>
          <a:noFill/>
          <a:ln w="19050">
            <a:solidFill>
              <a:srgbClr val="0E2356"/>
            </a:solidFill>
          </a:ln>
        </p:spPr>
        <p:txBody>
          <a:bodyPr anchor="ctr" anchorCtr="1"/>
          <a:lstStyle/>
          <a:p>
            <a:pPr algn="ctr"/>
            <a:r>
              <a:rPr lang="fr-FR" sz="700" b="0">
                <a:solidFill>
                  <a:srgbClr val="0E2356"/>
                </a:solidFill>
                <a:latin typeface="Outfit"/>
              </a:rPr>
              <a:t>1</a:t>
            </a:r>
          </a:p>
        </p:txBody>
      </p:sp>
    </p:spTree>
  </p:cSld>
  <p:clrMapOvr>
    <a:masterClrMapping/>
  </p:clrMapOvr>
</p:sld>
</file>

<file path=ppt\slides\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g3072d353d33_0_212"/>
          <p:cNvSpPr txBox="1">
            <a:spLocks noGrp="1"/>
          </p:cNvSpPr>
          <p:nvPr>
            <p:ph type="title"/>
          </p:nvPr>
        </p:nvSpPr>
        <p:spPr>
          <a:xfrm>
            <a:off x="899592" y="194400"/>
            <a:ext cx="7704900" cy="3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Outfit"/>
              <a:buNone/>
            </a:pPr>
            <a:r>
              <a:rPr lang="en-US" sz="1800" b="1"/>
              <a:t>COMOP - Roadmap 3 mois</a:t>
            </a:r>
            <a:endParaRPr sz="1800" b="1"/>
          </a:p>
        </p:txBody>
      </p:sp>
      <p:grpSp>
        <p:nvGrpSpPr>
          <p:cNvPr id="368" name="Google Shape;368;g3072d353d33_0_212"/>
          <p:cNvGrpSpPr/>
          <p:nvPr/>
        </p:nvGrpSpPr>
        <p:grpSpPr>
          <a:xfrm>
            <a:off x="98902" y="617276"/>
            <a:ext cx="6507698" cy="3075840"/>
            <a:chOff x="95066" y="-291283"/>
            <a:chExt cx="4804857" cy="2354440"/>
          </a:xfrm>
        </p:grpSpPr>
        <p:sp>
          <p:nvSpPr>
            <p:cNvPr id="369" name="Google Shape;369;g3072d353d33_0_212"/>
            <p:cNvSpPr txBox="1"/>
            <p:nvPr/>
          </p:nvSpPr>
          <p:spPr>
            <a:xfrm>
              <a:off x="95066" y="-291283"/>
              <a:ext cx="4776600" cy="16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2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E2356"/>
                </a:buClr>
                <a:buSzPts val="800"/>
                <a:buFont typeface="Outfit"/>
                <a:buNone/>
              </a:pPr>
              <a:r>
                <a:rPr lang="en-US" sz="800" b="1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rPr>
                <a:t>Roadmap</a:t>
              </a:r>
              <a:endPara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70" name="Google Shape;370;g3072d353d33_0_212"/>
            <p:cNvSpPr/>
            <p:nvPr/>
          </p:nvSpPr>
          <p:spPr>
            <a:xfrm>
              <a:off x="136523" y="-114843"/>
              <a:ext cx="4763400" cy="2178000"/>
            </a:xfrm>
            <a:prstGeom prst="rect">
              <a:avLst/>
            </a:prstGeom>
            <a:solidFill>
              <a:srgbClr val="FFFFFF"/>
            </a:solidFill>
            <a:ln w="9525" cap="flat" cmpd="sng">
              <a:solidFill>
                <a:srgbClr val="0E2356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700"/>
                <a:buFont typeface="Outfit"/>
                <a:buNone/>
              </a:pPr>
              <a:endParaRPr sz="7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700"/>
                <a:buFont typeface="Outfit"/>
                <a:buNone/>
              </a:pPr>
              <a:endParaRPr sz="7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700"/>
                <a:buFont typeface="Outfit"/>
                <a:buNone/>
              </a:pPr>
              <a:endParaRPr sz="7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700"/>
                <a:buFont typeface="Outfit"/>
                <a:buNone/>
              </a:pPr>
              <a:endParaRPr sz="7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700"/>
                <a:buFont typeface="Outfit"/>
                <a:buNone/>
              </a:pPr>
              <a:endParaRPr sz="7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pic>
        <p:nvPicPr>
          <p:cNvPr id="371" name="Google Shape;371;g3072d353d33_0_21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6400" y="1014450"/>
            <a:ext cx="5570299" cy="2613793"/>
          </a:xfrm>
          <a:prstGeom prst="rect">
            <a:avLst/>
          </a:prstGeom>
          <a:noFill/>
          <a:ln>
            <a:noFill/>
          </a:ln>
        </p:spPr>
      </p:pic>
      <p:sp>
        <p:nvSpPr>
          <p:cNvPr id="372" name="Google Shape;372;g3072d353d33_0_212"/>
          <p:cNvSpPr txBox="1"/>
          <p:nvPr/>
        </p:nvSpPr>
        <p:spPr>
          <a:xfrm>
            <a:off x="6732250" y="1539375"/>
            <a:ext cx="2313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800"/>
              <a:buFont typeface="Outfit"/>
              <a:buNone/>
            </a:pPr>
            <a:r>
              <a:rPr lang="en-US" sz="800" b="1">
                <a:solidFill>
                  <a:srgbClr val="0E2356"/>
                </a:solidFill>
              </a:rPr>
              <a:t>Pour information et/ou discussions</a:t>
            </a:r>
            <a:endParaRPr sz="14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373" name="Google Shape;373;g3072d353d33_0_212"/>
          <p:cNvSpPr/>
          <p:nvPr/>
        </p:nvSpPr>
        <p:spPr>
          <a:xfrm>
            <a:off x="6742700" y="1772050"/>
            <a:ext cx="2313900" cy="19212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0E235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00"/>
              <a:buFont typeface="Outfit"/>
              <a:buNone/>
            </a:pPr>
            <a:endParaRPr sz="14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Outfit"/>
              <a:buNone/>
            </a:pPr>
            <a:endParaRPr sz="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Outfit"/>
              <a:buNone/>
            </a:pPr>
            <a:endParaRPr sz="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Outfit"/>
              <a:buNone/>
            </a:pPr>
            <a:endParaRPr sz="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Outfit"/>
              <a:buNone/>
            </a:pPr>
            <a:endParaRPr sz="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374" name="Google Shape;374;g3072d353d33_0_212"/>
          <p:cNvSpPr txBox="1"/>
          <p:nvPr/>
        </p:nvSpPr>
        <p:spPr>
          <a:xfrm>
            <a:off x="6924700" y="1772050"/>
            <a:ext cx="1785600" cy="48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chemeClr val="dk1"/>
                </a:solidFill>
              </a:rPr>
              <a:t>{{points_discussion}}</a:t>
            </a:r>
            <a:endParaRPr sz="1000">
              <a:solidFill>
                <a:schemeClr val="dk1"/>
              </a:solidFill>
            </a:endParaRPr>
          </a:p>
        </p:txBody>
      </p:sp>
      <p:graphicFrame>
        <p:nvGraphicFramePr>
          <p:cNvPr id="375" name="Google Shape;375;g3072d353d33_0_212"/>
          <p:cNvGraphicFramePr/>
          <p:nvPr/>
        </p:nvGraphicFramePr>
        <p:xfrm>
          <a:off x="155327" y="3879095"/>
          <a:ext cx="8901300" cy="775360"/>
        </p:xfrm>
        <a:graphic>
          <a:graphicData uri="http://schemas.openxmlformats.org/drawingml/2006/table">
            <a:tbl>
              <a:tblPr>
                <a:noFill/>
                <a:tableStyleId>{0E937493-311C-4B09-AB42-98F83098D3E6}</a:tableStyleId>
              </a:tblPr>
              <a:tblGrid>
                <a:gridCol w="580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30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89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88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Outfit"/>
                        <a:buNone/>
                      </a:pPr>
                      <a:r>
                        <a:rPr lang="en-US" sz="1400" b="1" i="0" u="none" strike="noStrike" cap="none">
                          <a:solidFill>
                            <a:srgbClr val="FFFFFF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🕭</a:t>
                      </a:r>
                      <a:endParaRPr sz="2000" b="1" u="none" strike="noStrike" cap="none">
                        <a:solidFill>
                          <a:srgbClr val="FFFFFF"/>
                        </a:solidFill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rgbClr val="0E235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E235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E235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E235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5D9E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E2356"/>
                        </a:buClr>
                        <a:buSzPts val="700"/>
                        <a:buFont typeface="Outfit"/>
                        <a:buNone/>
                      </a:pPr>
                      <a:r>
                        <a:rPr lang="en-US" sz="900" b="1" i="0" u="none" strike="noStrike" cap="none">
                          <a:solidFill>
                            <a:srgbClr val="0E2356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Sujets pour décision</a:t>
                      </a:r>
                      <a:r>
                        <a:rPr lang="en-US" sz="900" b="1">
                          <a:latin typeface="Outfit"/>
                          <a:ea typeface="Outfit"/>
                          <a:cs typeface="Outfit"/>
                          <a:sym typeface="Outfit"/>
                        </a:rPr>
                        <a:t>(s)</a:t>
                      </a:r>
                      <a:endParaRPr sz="900" b="1" i="0" u="none" strike="noStrike" cap="none">
                        <a:solidFill>
                          <a:srgbClr val="0E2356"/>
                        </a:solidFill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rgbClr val="0E235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E235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E235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E235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5D9E8"/>
                    </a:solidFill>
                  </a:tcPr>
                </a:tc>
                <a:tc>
                  <a:txBody>
                    <a:bodyPr/>
                    <a:lstStyle/>
                    <a:p>
                      <a:pPr marL="82550" marR="0" lvl="0" indent="-8255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E2356"/>
                        </a:buClr>
                        <a:buSzPts val="700"/>
                        <a:buFont typeface="Outfit"/>
                        <a:buNone/>
                      </a:pPr>
                      <a:r>
                        <a:rPr lang="en-US" sz="700" b="1" i="0" u="none" strike="noStrike" cap="none">
                          <a:solidFill>
                            <a:srgbClr val="0E2356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Décision(s) </a:t>
                      </a:r>
                      <a:r>
                        <a:rPr lang="en-US" sz="700" b="1">
                          <a:latin typeface="Outfit"/>
                          <a:ea typeface="Outfit"/>
                          <a:cs typeface="Outfit"/>
                          <a:sym typeface="Outfit"/>
                        </a:rPr>
                        <a:t>prises en séance</a:t>
                      </a:r>
                      <a:endParaRPr sz="1400" u="none" strike="noStrike" cap="none"/>
                    </a:p>
                  </a:txBody>
                  <a:tcPr marL="68575" marR="68575" marT="0" marB="0" anchor="ctr">
                    <a:lnL w="12700" cap="flat" cmpd="sng">
                      <a:solidFill>
                        <a:srgbClr val="0E235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E235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E235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E235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5D9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9000"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E2356"/>
                        </a:buClr>
                        <a:buSzPts val="800"/>
                        <a:buFont typeface="Outfit"/>
                        <a:buNone/>
                      </a:pPr>
                      <a:r>
                        <a:rPr lang="en-US" sz="800"/>
                        <a:t>{{sujets_decision}}</a:t>
                      </a:r>
                      <a:endParaRPr sz="1400" u="none" strike="noStrike" cap="none"/>
                    </a:p>
                  </a:txBody>
                  <a:tcPr marL="45725" marR="45725" marT="45725" marB="45725" anchor="ctr">
                    <a:lnL w="12700" cap="flat" cmpd="sng">
                      <a:solidFill>
                        <a:srgbClr val="0E235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E235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E235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E235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E2356"/>
                        </a:buClr>
                        <a:buSzPts val="800"/>
                        <a:buFont typeface="Outfit"/>
                        <a:buNone/>
                      </a:pPr>
                      <a:endParaRPr sz="1400" u="none" strike="noStrike" cap="none"/>
                    </a:p>
                  </a:txBody>
                  <a:tcPr marL="68575" marR="68575" marT="0" marB="0" anchor="ctr">
                    <a:lnL w="12700" cap="flat" cmpd="sng">
                      <a:solidFill>
                        <a:srgbClr val="0E235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E235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E235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E235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000"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E2356"/>
                        </a:buClr>
                        <a:buSzPts val="800"/>
                        <a:buFont typeface="Outfit"/>
                        <a:buNone/>
                      </a:pPr>
                      <a:r>
                        <a:rPr lang="en-US" sz="800"/>
                        <a:t>{{decisions}}</a:t>
                      </a:r>
                      <a:endParaRPr sz="800" b="0" i="0" u="none" strike="noStrike" cap="none">
                        <a:solidFill>
                          <a:srgbClr val="0E2356"/>
                        </a:solidFill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L="45725" marR="45725" marT="45725" marB="45725" anchor="ctr">
                    <a:lnL w="12700" cap="flat" cmpd="sng">
                      <a:solidFill>
                        <a:srgbClr val="0E235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E235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E235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E235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E2356"/>
                        </a:buClr>
                        <a:buSzPts val="800"/>
                        <a:buFont typeface="Outfit"/>
                        <a:buNone/>
                      </a:pPr>
                      <a:r>
                        <a:rPr lang="en-US" sz="800" b="0" i="0" u="none" strike="noStrike" cap="none">
                          <a:solidFill>
                            <a:srgbClr val="0E2356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{{chantiers_3_mois}} - {{jalons_livrables}} - {{avancement_chantiers}} - {{difficultes_roadmap}}</a:t>
                      </a:r>
                      <a:endParaRPr sz="800" b="0" i="0" u="none" strike="noStrike" cap="none">
                        <a:solidFill>
                          <a:srgbClr val="0E2356"/>
                        </a:solidFill>
                        <a:latin typeface="Outfit"/>
                        <a:ea typeface="Outfit"/>
                        <a:cs typeface="Outfit"/>
                        <a:sym typeface="Outfit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rgbClr val="0E235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E235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E235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E235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76" name="Google Shape;376;g3072d353d33_0_212"/>
          <p:cNvSpPr/>
          <p:nvPr/>
        </p:nvSpPr>
        <p:spPr>
          <a:xfrm>
            <a:off x="6732250" y="831250"/>
            <a:ext cx="2313900" cy="610800"/>
          </a:xfrm>
          <a:prstGeom prst="rect">
            <a:avLst/>
          </a:prstGeom>
          <a:solidFill>
            <a:srgbClr val="EEF8F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FFFFFF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377" name="Google Shape;377;g3072d353d33_0_212"/>
          <p:cNvSpPr txBox="1"/>
          <p:nvPr/>
        </p:nvSpPr>
        <p:spPr>
          <a:xfrm>
            <a:off x="6732250" y="624975"/>
            <a:ext cx="2313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800"/>
              <a:buFont typeface="Outfit"/>
              <a:buNone/>
            </a:pPr>
            <a:r>
              <a:rPr lang="en-US" sz="800" b="1">
                <a:solidFill>
                  <a:srgbClr val="0E2356"/>
                </a:solidFill>
              </a:rPr>
              <a:t>Roadmap : Niveau de confiance {{niveau_confiance}}</a:t>
            </a:r>
            <a:endParaRPr sz="14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grpSp>
        <p:nvGrpSpPr>
          <p:cNvPr id="378" name="Google Shape;378;g3072d353d33_0_212"/>
          <p:cNvGrpSpPr/>
          <p:nvPr/>
        </p:nvGrpSpPr>
        <p:grpSpPr>
          <a:xfrm>
            <a:off x="8468894" y="976479"/>
            <a:ext cx="486270" cy="350973"/>
            <a:chOff x="7035831" y="2397735"/>
            <a:chExt cx="1871707" cy="1452103"/>
          </a:xfrm>
        </p:grpSpPr>
        <p:grpSp>
          <p:nvGrpSpPr>
            <p:cNvPr id="379" name="Google Shape;379;g3072d353d33_0_212"/>
            <p:cNvGrpSpPr/>
            <p:nvPr/>
          </p:nvGrpSpPr>
          <p:grpSpPr>
            <a:xfrm>
              <a:off x="7705623" y="2397735"/>
              <a:ext cx="1201915" cy="1192535"/>
              <a:chOff x="10598150" y="2325688"/>
              <a:chExt cx="611195" cy="606425"/>
            </a:xfrm>
          </p:grpSpPr>
          <p:sp>
            <p:nvSpPr>
              <p:cNvPr id="380" name="Google Shape;380;g3072d353d33_0_212"/>
              <p:cNvSpPr/>
              <p:nvPr/>
            </p:nvSpPr>
            <p:spPr>
              <a:xfrm>
                <a:off x="10763250" y="2482850"/>
                <a:ext cx="281100" cy="288900"/>
              </a:xfrm>
              <a:prstGeom prst="ellipse">
                <a:avLst/>
              </a:pr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81" name="Google Shape;381;g3072d353d33_0_212"/>
              <p:cNvSpPr/>
              <p:nvPr/>
            </p:nvSpPr>
            <p:spPr>
              <a:xfrm>
                <a:off x="10871200" y="2325688"/>
                <a:ext cx="63500" cy="130175"/>
              </a:xfrm>
              <a:custGeom>
                <a:avLst/>
                <a:gdLst/>
                <a:ahLst/>
                <a:cxnLst/>
                <a:rect l="l" t="t" r="r" b="b"/>
                <a:pathLst>
                  <a:path w="17" h="35" extrusionOk="0">
                    <a:moveTo>
                      <a:pt x="16" y="22"/>
                    </a:moveTo>
                    <a:cubicBezTo>
                      <a:pt x="16" y="22"/>
                      <a:pt x="16" y="22"/>
                      <a:pt x="16" y="22"/>
                    </a:cubicBezTo>
                    <a:cubicBezTo>
                      <a:pt x="11" y="11"/>
                      <a:pt x="17" y="0"/>
                      <a:pt x="17" y="0"/>
                    </a:cubicBezTo>
                    <a:cubicBezTo>
                      <a:pt x="1" y="14"/>
                      <a:pt x="0" y="22"/>
                      <a:pt x="0" y="26"/>
                    </a:cubicBezTo>
                    <a:cubicBezTo>
                      <a:pt x="0" y="31"/>
                      <a:pt x="4" y="35"/>
                      <a:pt x="9" y="35"/>
                    </a:cubicBezTo>
                    <a:cubicBezTo>
                      <a:pt x="13" y="35"/>
                      <a:pt x="17" y="31"/>
                      <a:pt x="17" y="26"/>
                    </a:cubicBezTo>
                    <a:cubicBezTo>
                      <a:pt x="17" y="25"/>
                      <a:pt x="17" y="23"/>
                      <a:pt x="16" y="22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82" name="Google Shape;382;g3072d353d33_0_212"/>
              <p:cNvSpPr/>
              <p:nvPr/>
            </p:nvSpPr>
            <p:spPr>
              <a:xfrm>
                <a:off x="10755313" y="2339975"/>
                <a:ext cx="79375" cy="138113"/>
              </a:xfrm>
              <a:custGeom>
                <a:avLst/>
                <a:gdLst/>
                <a:ahLst/>
                <a:cxnLst/>
                <a:rect l="l" t="t" r="r" b="b"/>
                <a:pathLst>
                  <a:path w="21" h="37" extrusionOk="0">
                    <a:moveTo>
                      <a:pt x="17" y="21"/>
                    </a:moveTo>
                    <a:cubicBezTo>
                      <a:pt x="17" y="21"/>
                      <a:pt x="17" y="21"/>
                      <a:pt x="17" y="21"/>
                    </a:cubicBezTo>
                    <a:cubicBezTo>
                      <a:pt x="8" y="12"/>
                      <a:pt x="9" y="0"/>
                      <a:pt x="9" y="0"/>
                    </a:cubicBezTo>
                    <a:cubicBezTo>
                      <a:pt x="0" y="19"/>
                      <a:pt x="2" y="27"/>
                      <a:pt x="4" y="31"/>
                    </a:cubicBezTo>
                    <a:cubicBezTo>
                      <a:pt x="6" y="35"/>
                      <a:pt x="10" y="37"/>
                      <a:pt x="15" y="35"/>
                    </a:cubicBezTo>
                    <a:cubicBezTo>
                      <a:pt x="19" y="33"/>
                      <a:pt x="21" y="28"/>
                      <a:pt x="19" y="24"/>
                    </a:cubicBezTo>
                    <a:cubicBezTo>
                      <a:pt x="19" y="23"/>
                      <a:pt x="18" y="21"/>
                      <a:pt x="17" y="21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83" name="Google Shape;383;g3072d353d33_0_212"/>
              <p:cNvSpPr/>
              <p:nvPr/>
            </p:nvSpPr>
            <p:spPr>
              <a:xfrm>
                <a:off x="10658475" y="2436813"/>
                <a:ext cx="96838" cy="120650"/>
              </a:xfrm>
              <a:custGeom>
                <a:avLst/>
                <a:gdLst/>
                <a:ahLst/>
                <a:cxnLst/>
                <a:rect l="l" t="t" r="r" b="b"/>
                <a:pathLst>
                  <a:path w="26" h="32" extrusionOk="0">
                    <a:moveTo>
                      <a:pt x="18" y="14"/>
                    </a:moveTo>
                    <a:cubicBezTo>
                      <a:pt x="18" y="14"/>
                      <a:pt x="18" y="14"/>
                      <a:pt x="18" y="14"/>
                    </a:cubicBezTo>
                    <a:cubicBezTo>
                      <a:pt x="5" y="11"/>
                      <a:pt x="0" y="0"/>
                      <a:pt x="0" y="0"/>
                    </a:cubicBezTo>
                    <a:cubicBezTo>
                      <a:pt x="3" y="21"/>
                      <a:pt x="8" y="27"/>
                      <a:pt x="12" y="29"/>
                    </a:cubicBezTo>
                    <a:cubicBezTo>
                      <a:pt x="15" y="32"/>
                      <a:pt x="21" y="31"/>
                      <a:pt x="24" y="27"/>
                    </a:cubicBezTo>
                    <a:cubicBezTo>
                      <a:pt x="26" y="23"/>
                      <a:pt x="25" y="18"/>
                      <a:pt x="22" y="15"/>
                    </a:cubicBezTo>
                    <a:cubicBezTo>
                      <a:pt x="20" y="14"/>
                      <a:pt x="19" y="14"/>
                      <a:pt x="18" y="14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84" name="Google Shape;384;g3072d353d33_0_212"/>
              <p:cNvSpPr/>
              <p:nvPr/>
            </p:nvSpPr>
            <p:spPr>
              <a:xfrm>
                <a:off x="10598150" y="2590800"/>
                <a:ext cx="127000" cy="71438"/>
              </a:xfrm>
              <a:custGeom>
                <a:avLst/>
                <a:gdLst/>
                <a:ahLst/>
                <a:cxnLst/>
                <a:rect l="l" t="t" r="r" b="b"/>
                <a:pathLst>
                  <a:path w="34" h="19" extrusionOk="0">
                    <a:moveTo>
                      <a:pt x="21" y="3"/>
                    </a:moveTo>
                    <a:cubicBezTo>
                      <a:pt x="21" y="3"/>
                      <a:pt x="21" y="3"/>
                      <a:pt x="21" y="3"/>
                    </a:cubicBezTo>
                    <a:cubicBezTo>
                      <a:pt x="10" y="7"/>
                      <a:pt x="0" y="0"/>
                      <a:pt x="0" y="0"/>
                    </a:cubicBezTo>
                    <a:cubicBezTo>
                      <a:pt x="13" y="17"/>
                      <a:pt x="20" y="18"/>
                      <a:pt x="24" y="19"/>
                    </a:cubicBezTo>
                    <a:cubicBezTo>
                      <a:pt x="29" y="19"/>
                      <a:pt x="33" y="16"/>
                      <a:pt x="33" y="11"/>
                    </a:cubicBezTo>
                    <a:cubicBezTo>
                      <a:pt x="34" y="6"/>
                      <a:pt x="30" y="2"/>
                      <a:pt x="26" y="2"/>
                    </a:cubicBezTo>
                    <a:cubicBezTo>
                      <a:pt x="24" y="2"/>
                      <a:pt x="23" y="2"/>
                      <a:pt x="21" y="3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85" name="Google Shape;385;g3072d353d33_0_212"/>
              <p:cNvSpPr/>
              <p:nvPr/>
            </p:nvSpPr>
            <p:spPr>
              <a:xfrm>
                <a:off x="10620375" y="2700338"/>
                <a:ext cx="134938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36" h="22" extrusionOk="0">
                    <a:moveTo>
                      <a:pt x="20" y="5"/>
                    </a:moveTo>
                    <a:cubicBezTo>
                      <a:pt x="20" y="5"/>
                      <a:pt x="20" y="5"/>
                      <a:pt x="20" y="5"/>
                    </a:cubicBezTo>
                    <a:cubicBezTo>
                      <a:pt x="12" y="14"/>
                      <a:pt x="0" y="13"/>
                      <a:pt x="0" y="13"/>
                    </a:cubicBezTo>
                    <a:cubicBezTo>
                      <a:pt x="19" y="22"/>
                      <a:pt x="27" y="20"/>
                      <a:pt x="30" y="18"/>
                    </a:cubicBezTo>
                    <a:cubicBezTo>
                      <a:pt x="34" y="16"/>
                      <a:pt x="36" y="11"/>
                      <a:pt x="34" y="7"/>
                    </a:cubicBezTo>
                    <a:cubicBezTo>
                      <a:pt x="32" y="2"/>
                      <a:pt x="27" y="0"/>
                      <a:pt x="23" y="2"/>
                    </a:cubicBezTo>
                    <a:cubicBezTo>
                      <a:pt x="22" y="3"/>
                      <a:pt x="21" y="4"/>
                      <a:pt x="20" y="5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86" name="Google Shape;386;g3072d353d33_0_212"/>
              <p:cNvSpPr/>
              <p:nvPr/>
            </p:nvSpPr>
            <p:spPr>
              <a:xfrm>
                <a:off x="10717213" y="2778125"/>
                <a:ext cx="120650" cy="98425"/>
              </a:xfrm>
              <a:custGeom>
                <a:avLst/>
                <a:gdLst/>
                <a:ahLst/>
                <a:cxnLst/>
                <a:rect l="l" t="t" r="r" b="b"/>
                <a:pathLst>
                  <a:path w="32" h="26" extrusionOk="0">
                    <a:moveTo>
                      <a:pt x="14" y="8"/>
                    </a:moveTo>
                    <a:cubicBezTo>
                      <a:pt x="14" y="8"/>
                      <a:pt x="14" y="8"/>
                      <a:pt x="14" y="8"/>
                    </a:cubicBezTo>
                    <a:cubicBezTo>
                      <a:pt x="11" y="20"/>
                      <a:pt x="0" y="26"/>
                      <a:pt x="0" y="26"/>
                    </a:cubicBezTo>
                    <a:cubicBezTo>
                      <a:pt x="21" y="23"/>
                      <a:pt x="27" y="17"/>
                      <a:pt x="29" y="14"/>
                    </a:cubicBezTo>
                    <a:cubicBezTo>
                      <a:pt x="32" y="10"/>
                      <a:pt x="31" y="5"/>
                      <a:pt x="27" y="2"/>
                    </a:cubicBezTo>
                    <a:cubicBezTo>
                      <a:pt x="23" y="0"/>
                      <a:pt x="18" y="1"/>
                      <a:pt x="15" y="4"/>
                    </a:cubicBezTo>
                    <a:cubicBezTo>
                      <a:pt x="14" y="6"/>
                      <a:pt x="14" y="7"/>
                      <a:pt x="14" y="8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87" name="Google Shape;387;g3072d353d33_0_212"/>
              <p:cNvSpPr/>
              <p:nvPr/>
            </p:nvSpPr>
            <p:spPr>
              <a:xfrm>
                <a:off x="10868025" y="2805113"/>
                <a:ext cx="71438" cy="127000"/>
              </a:xfrm>
              <a:custGeom>
                <a:avLst/>
                <a:gdLst/>
                <a:ahLst/>
                <a:cxnLst/>
                <a:rect l="l" t="t" r="r" b="b"/>
                <a:pathLst>
                  <a:path w="19" h="34" extrusionOk="0">
                    <a:moveTo>
                      <a:pt x="3" y="12"/>
                    </a:moveTo>
                    <a:cubicBezTo>
                      <a:pt x="3" y="12"/>
                      <a:pt x="3" y="12"/>
                      <a:pt x="3" y="12"/>
                    </a:cubicBezTo>
                    <a:cubicBezTo>
                      <a:pt x="7" y="24"/>
                      <a:pt x="0" y="34"/>
                      <a:pt x="0" y="34"/>
                    </a:cubicBezTo>
                    <a:cubicBezTo>
                      <a:pt x="17" y="21"/>
                      <a:pt x="19" y="14"/>
                      <a:pt x="19" y="10"/>
                    </a:cubicBezTo>
                    <a:cubicBezTo>
                      <a:pt x="19" y="5"/>
                      <a:pt x="16" y="0"/>
                      <a:pt x="11" y="0"/>
                    </a:cubicBezTo>
                    <a:cubicBezTo>
                      <a:pt x="6" y="0"/>
                      <a:pt x="2" y="3"/>
                      <a:pt x="2" y="8"/>
                    </a:cubicBezTo>
                    <a:cubicBezTo>
                      <a:pt x="2" y="10"/>
                      <a:pt x="2" y="11"/>
                      <a:pt x="3" y="12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88" name="Google Shape;388;g3072d353d33_0_212"/>
              <p:cNvSpPr/>
              <p:nvPr/>
            </p:nvSpPr>
            <p:spPr>
              <a:xfrm>
                <a:off x="10980738" y="2778125"/>
                <a:ext cx="77788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21" h="37" extrusionOk="0">
                    <a:moveTo>
                      <a:pt x="4" y="17"/>
                    </a:moveTo>
                    <a:cubicBezTo>
                      <a:pt x="4" y="17"/>
                      <a:pt x="4" y="17"/>
                      <a:pt x="4" y="17"/>
                    </a:cubicBezTo>
                    <a:cubicBezTo>
                      <a:pt x="13" y="25"/>
                      <a:pt x="12" y="37"/>
                      <a:pt x="12" y="37"/>
                    </a:cubicBezTo>
                    <a:cubicBezTo>
                      <a:pt x="21" y="17"/>
                      <a:pt x="18" y="10"/>
                      <a:pt x="17" y="6"/>
                    </a:cubicBezTo>
                    <a:cubicBezTo>
                      <a:pt x="15" y="2"/>
                      <a:pt x="10" y="0"/>
                      <a:pt x="6" y="2"/>
                    </a:cubicBezTo>
                    <a:cubicBezTo>
                      <a:pt x="1" y="4"/>
                      <a:pt x="0" y="9"/>
                      <a:pt x="1" y="13"/>
                    </a:cubicBezTo>
                    <a:cubicBezTo>
                      <a:pt x="2" y="15"/>
                      <a:pt x="3" y="16"/>
                      <a:pt x="4" y="17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89" name="Google Shape;389;g3072d353d33_0_212"/>
              <p:cNvSpPr/>
              <p:nvPr/>
            </p:nvSpPr>
            <p:spPr>
              <a:xfrm>
                <a:off x="11052185" y="2695575"/>
                <a:ext cx="101600" cy="123825"/>
              </a:xfrm>
              <a:custGeom>
                <a:avLst/>
                <a:gdLst/>
                <a:ahLst/>
                <a:cxnLst/>
                <a:rect l="l" t="t" r="r" b="b"/>
                <a:pathLst>
                  <a:path w="27" h="33" extrusionOk="0">
                    <a:moveTo>
                      <a:pt x="9" y="19"/>
                    </a:moveTo>
                    <a:cubicBezTo>
                      <a:pt x="9" y="19"/>
                      <a:pt x="9" y="19"/>
                      <a:pt x="9" y="19"/>
                    </a:cubicBezTo>
                    <a:cubicBezTo>
                      <a:pt x="22" y="21"/>
                      <a:pt x="27" y="33"/>
                      <a:pt x="27" y="33"/>
                    </a:cubicBezTo>
                    <a:cubicBezTo>
                      <a:pt x="25" y="11"/>
                      <a:pt x="19" y="6"/>
                      <a:pt x="15" y="4"/>
                    </a:cubicBezTo>
                    <a:cubicBezTo>
                      <a:pt x="11" y="0"/>
                      <a:pt x="6" y="2"/>
                      <a:pt x="3" y="6"/>
                    </a:cubicBezTo>
                    <a:cubicBezTo>
                      <a:pt x="0" y="9"/>
                      <a:pt x="1" y="15"/>
                      <a:pt x="5" y="18"/>
                    </a:cubicBezTo>
                    <a:cubicBezTo>
                      <a:pt x="7" y="19"/>
                      <a:pt x="8" y="19"/>
                      <a:pt x="9" y="19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90" name="Google Shape;390;g3072d353d33_0_212"/>
              <p:cNvSpPr/>
              <p:nvPr/>
            </p:nvSpPr>
            <p:spPr>
              <a:xfrm>
                <a:off x="11077581" y="2595563"/>
                <a:ext cx="131764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35" h="17" extrusionOk="0">
                    <a:moveTo>
                      <a:pt x="13" y="16"/>
                    </a:moveTo>
                    <a:cubicBezTo>
                      <a:pt x="13" y="16"/>
                      <a:pt x="13" y="16"/>
                      <a:pt x="13" y="16"/>
                    </a:cubicBezTo>
                    <a:cubicBezTo>
                      <a:pt x="24" y="11"/>
                      <a:pt x="35" y="17"/>
                      <a:pt x="35" y="17"/>
                    </a:cubicBezTo>
                    <a:cubicBezTo>
                      <a:pt x="21" y="1"/>
                      <a:pt x="13" y="0"/>
                      <a:pt x="9" y="0"/>
                    </a:cubicBezTo>
                    <a:cubicBezTo>
                      <a:pt x="4" y="0"/>
                      <a:pt x="0" y="4"/>
                      <a:pt x="0" y="8"/>
                    </a:cubicBezTo>
                    <a:cubicBezTo>
                      <a:pt x="0" y="13"/>
                      <a:pt x="4" y="17"/>
                      <a:pt x="9" y="17"/>
                    </a:cubicBezTo>
                    <a:cubicBezTo>
                      <a:pt x="10" y="17"/>
                      <a:pt x="12" y="17"/>
                      <a:pt x="13" y="16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91" name="Google Shape;391;g3072d353d33_0_212"/>
              <p:cNvSpPr/>
              <p:nvPr/>
            </p:nvSpPr>
            <p:spPr>
              <a:xfrm>
                <a:off x="11052185" y="2474913"/>
                <a:ext cx="138113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7" h="23" extrusionOk="0">
                    <a:moveTo>
                      <a:pt x="18" y="18"/>
                    </a:moveTo>
                    <a:cubicBezTo>
                      <a:pt x="18" y="18"/>
                      <a:pt x="18" y="18"/>
                      <a:pt x="18" y="18"/>
                    </a:cubicBezTo>
                    <a:cubicBezTo>
                      <a:pt x="25" y="7"/>
                      <a:pt x="37" y="8"/>
                      <a:pt x="37" y="8"/>
                    </a:cubicBezTo>
                    <a:cubicBezTo>
                      <a:pt x="17" y="0"/>
                      <a:pt x="10" y="4"/>
                      <a:pt x="6" y="6"/>
                    </a:cubicBezTo>
                    <a:cubicBezTo>
                      <a:pt x="2" y="8"/>
                      <a:pt x="0" y="13"/>
                      <a:pt x="3" y="17"/>
                    </a:cubicBezTo>
                    <a:cubicBezTo>
                      <a:pt x="5" y="21"/>
                      <a:pt x="10" y="23"/>
                      <a:pt x="15" y="21"/>
                    </a:cubicBezTo>
                    <a:cubicBezTo>
                      <a:pt x="16" y="20"/>
                      <a:pt x="17" y="19"/>
                      <a:pt x="18" y="18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92" name="Google Shape;392;g3072d353d33_0_212"/>
              <p:cNvSpPr/>
              <p:nvPr/>
            </p:nvSpPr>
            <p:spPr>
              <a:xfrm>
                <a:off x="10972800" y="2381250"/>
                <a:ext cx="112713" cy="101600"/>
              </a:xfrm>
              <a:custGeom>
                <a:avLst/>
                <a:gdLst/>
                <a:ahLst/>
                <a:cxnLst/>
                <a:rect l="l" t="t" r="r" b="b"/>
                <a:pathLst>
                  <a:path w="30" h="27" extrusionOk="0">
                    <a:moveTo>
                      <a:pt x="19" y="18"/>
                    </a:moveTo>
                    <a:cubicBezTo>
                      <a:pt x="19" y="18"/>
                      <a:pt x="19" y="18"/>
                      <a:pt x="19" y="18"/>
                    </a:cubicBezTo>
                    <a:cubicBezTo>
                      <a:pt x="20" y="6"/>
                      <a:pt x="30" y="0"/>
                      <a:pt x="30" y="0"/>
                    </a:cubicBezTo>
                    <a:cubicBezTo>
                      <a:pt x="10" y="4"/>
                      <a:pt x="5" y="10"/>
                      <a:pt x="3" y="13"/>
                    </a:cubicBezTo>
                    <a:cubicBezTo>
                      <a:pt x="0" y="17"/>
                      <a:pt x="2" y="23"/>
                      <a:pt x="6" y="25"/>
                    </a:cubicBezTo>
                    <a:cubicBezTo>
                      <a:pt x="10" y="27"/>
                      <a:pt x="15" y="26"/>
                      <a:pt x="17" y="22"/>
                    </a:cubicBezTo>
                    <a:cubicBezTo>
                      <a:pt x="18" y="21"/>
                      <a:pt x="19" y="19"/>
                      <a:pt x="19" y="18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</p:grpSp>
        <p:sp>
          <p:nvSpPr>
            <p:cNvPr id="393" name="Google Shape;393;g3072d353d33_0_212"/>
            <p:cNvSpPr/>
            <p:nvPr/>
          </p:nvSpPr>
          <p:spPr>
            <a:xfrm>
              <a:off x="7035831" y="2771780"/>
              <a:ext cx="1729445" cy="1078058"/>
            </a:xfrm>
            <a:custGeom>
              <a:avLst/>
              <a:gdLst/>
              <a:ahLst/>
              <a:cxnLst/>
              <a:rect l="l" t="t" r="r" b="b"/>
              <a:pathLst>
                <a:path w="180" h="132" extrusionOk="0">
                  <a:moveTo>
                    <a:pt x="144" y="132"/>
                  </a:moveTo>
                  <a:cubicBezTo>
                    <a:pt x="42" y="132"/>
                    <a:pt x="42" y="132"/>
                    <a:pt x="42" y="132"/>
                  </a:cubicBezTo>
                  <a:cubicBezTo>
                    <a:pt x="19" y="132"/>
                    <a:pt x="0" y="113"/>
                    <a:pt x="0" y="90"/>
                  </a:cubicBezTo>
                  <a:cubicBezTo>
                    <a:pt x="0" y="73"/>
                    <a:pt x="10" y="59"/>
                    <a:pt x="24" y="52"/>
                  </a:cubicBezTo>
                  <a:cubicBezTo>
                    <a:pt x="24" y="51"/>
                    <a:pt x="24" y="49"/>
                    <a:pt x="24" y="48"/>
                  </a:cubicBezTo>
                  <a:cubicBezTo>
                    <a:pt x="24" y="21"/>
                    <a:pt x="45" y="0"/>
                    <a:pt x="72" y="0"/>
                  </a:cubicBezTo>
                  <a:cubicBezTo>
                    <a:pt x="92" y="0"/>
                    <a:pt x="109" y="12"/>
                    <a:pt x="116" y="30"/>
                  </a:cubicBezTo>
                  <a:cubicBezTo>
                    <a:pt x="121" y="26"/>
                    <a:pt x="126" y="24"/>
                    <a:pt x="132" y="24"/>
                  </a:cubicBezTo>
                  <a:cubicBezTo>
                    <a:pt x="145" y="24"/>
                    <a:pt x="156" y="35"/>
                    <a:pt x="156" y="48"/>
                  </a:cubicBezTo>
                  <a:cubicBezTo>
                    <a:pt x="156" y="53"/>
                    <a:pt x="155" y="57"/>
                    <a:pt x="152" y="61"/>
                  </a:cubicBezTo>
                  <a:cubicBezTo>
                    <a:pt x="168" y="65"/>
                    <a:pt x="180" y="79"/>
                    <a:pt x="180" y="96"/>
                  </a:cubicBezTo>
                  <a:cubicBezTo>
                    <a:pt x="180" y="116"/>
                    <a:pt x="164" y="132"/>
                    <a:pt x="144" y="132"/>
                  </a:cubicBezTo>
                  <a:close/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5A6A8A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sp>
        <p:nvSpPr>
          <p:cNvPr id="394" name="Google Shape;394;g3072d353d33_0_212"/>
          <p:cNvSpPr txBox="1"/>
          <p:nvPr/>
        </p:nvSpPr>
        <p:spPr>
          <a:xfrm>
            <a:off x="6818900" y="946425"/>
            <a:ext cx="1573500" cy="35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chemeClr val="dk1"/>
                </a:solidFill>
              </a:rPr>
              <a:t>Pourcentage d'erreur de {{incertitude_roadmap}}</a:t>
            </a:r>
            <a:endParaRPr sz="800">
              <a:solidFill>
                <a:schemeClr val="dk1"/>
              </a:solidFill>
            </a:endParaRPr>
          </a:p>
        </p:txBody>
      </p:sp>
      <p:sp>
        <p:nvSpPr>
          <p:cNvPr id="395" name="Google Shape;395;g3072d353d33_0_212"/>
          <p:cNvSpPr/>
          <p:nvPr/>
        </p:nvSpPr>
        <p:spPr>
          <a:xfrm>
            <a:off x="10011107" y="3749632"/>
            <a:ext cx="293458" cy="508005"/>
          </a:xfrm>
          <a:custGeom>
            <a:avLst/>
            <a:gdLst/>
            <a:ahLst/>
            <a:cxnLst/>
            <a:rect l="l" t="t" r="r" b="b"/>
            <a:pathLst>
              <a:path w="238" h="412" extrusionOk="0">
                <a:moveTo>
                  <a:pt x="111" y="0"/>
                </a:moveTo>
                <a:lnTo>
                  <a:pt x="238" y="0"/>
                </a:lnTo>
                <a:lnTo>
                  <a:pt x="125" y="159"/>
                </a:lnTo>
                <a:lnTo>
                  <a:pt x="236" y="159"/>
                </a:lnTo>
                <a:lnTo>
                  <a:pt x="35" y="412"/>
                </a:lnTo>
                <a:lnTo>
                  <a:pt x="120" y="239"/>
                </a:lnTo>
                <a:lnTo>
                  <a:pt x="0" y="239"/>
                </a:lnTo>
                <a:lnTo>
                  <a:pt x="111" y="0"/>
                </a:lnTo>
                <a:lnTo>
                  <a:pt x="111" y="0"/>
                </a:lnTo>
                <a:close/>
              </a:path>
            </a:pathLst>
          </a:custGeom>
          <a:solidFill>
            <a:srgbClr val="80E8F0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grpSp>
        <p:nvGrpSpPr>
          <p:cNvPr id="396" name="Google Shape;396;g3072d353d33_0_212"/>
          <p:cNvGrpSpPr/>
          <p:nvPr/>
        </p:nvGrpSpPr>
        <p:grpSpPr>
          <a:xfrm>
            <a:off x="9902673" y="3124444"/>
            <a:ext cx="511039" cy="537366"/>
            <a:chOff x="9515476" y="2732088"/>
            <a:chExt cx="523874" cy="550862"/>
          </a:xfrm>
        </p:grpSpPr>
        <p:sp>
          <p:nvSpPr>
            <p:cNvPr id="397" name="Google Shape;397;g3072d353d33_0_212"/>
            <p:cNvSpPr/>
            <p:nvPr/>
          </p:nvSpPr>
          <p:spPr>
            <a:xfrm>
              <a:off x="9788525" y="3113088"/>
              <a:ext cx="68262" cy="98425"/>
            </a:xfrm>
            <a:custGeom>
              <a:avLst/>
              <a:gdLst/>
              <a:ahLst/>
              <a:cxnLst/>
              <a:rect l="l" t="t" r="r" b="b"/>
              <a:pathLst>
                <a:path w="18" h="26" extrusionOk="0">
                  <a:moveTo>
                    <a:pt x="18" y="17"/>
                  </a:moveTo>
                  <a:cubicBezTo>
                    <a:pt x="18" y="22"/>
                    <a:pt x="14" y="26"/>
                    <a:pt x="9" y="26"/>
                  </a:cubicBezTo>
                  <a:cubicBezTo>
                    <a:pt x="5" y="26"/>
                    <a:pt x="0" y="22"/>
                    <a:pt x="0" y="17"/>
                  </a:cubicBezTo>
                  <a:cubicBezTo>
                    <a:pt x="0" y="13"/>
                    <a:pt x="13" y="0"/>
                    <a:pt x="13" y="0"/>
                  </a:cubicBezTo>
                  <a:cubicBezTo>
                    <a:pt x="13" y="0"/>
                    <a:pt x="18" y="13"/>
                    <a:pt x="18" y="17"/>
                  </a:cubicBezTo>
                </a:path>
              </a:pathLst>
            </a:custGeom>
            <a:solidFill>
              <a:srgbClr val="6B7A99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98" name="Google Shape;398;g3072d353d33_0_212"/>
            <p:cNvSpPr/>
            <p:nvPr/>
          </p:nvSpPr>
          <p:spPr>
            <a:xfrm>
              <a:off x="9634538" y="3125788"/>
              <a:ext cx="52387" cy="77787"/>
            </a:xfrm>
            <a:custGeom>
              <a:avLst/>
              <a:gdLst/>
              <a:ahLst/>
              <a:cxnLst/>
              <a:rect l="l" t="t" r="r" b="b"/>
              <a:pathLst>
                <a:path w="14" h="21" extrusionOk="0">
                  <a:moveTo>
                    <a:pt x="14" y="14"/>
                  </a:moveTo>
                  <a:cubicBezTo>
                    <a:pt x="14" y="18"/>
                    <a:pt x="11" y="21"/>
                    <a:pt x="7" y="21"/>
                  </a:cubicBezTo>
                  <a:cubicBezTo>
                    <a:pt x="3" y="21"/>
                    <a:pt x="0" y="18"/>
                    <a:pt x="0" y="14"/>
                  </a:cubicBezTo>
                  <a:cubicBezTo>
                    <a:pt x="0" y="10"/>
                    <a:pt x="11" y="0"/>
                    <a:pt x="11" y="0"/>
                  </a:cubicBezTo>
                  <a:cubicBezTo>
                    <a:pt x="11" y="0"/>
                    <a:pt x="14" y="10"/>
                    <a:pt x="14" y="14"/>
                  </a:cubicBezTo>
                </a:path>
              </a:pathLst>
            </a:custGeom>
            <a:solidFill>
              <a:srgbClr val="6B7A99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99" name="Google Shape;399;g3072d353d33_0_212"/>
            <p:cNvSpPr/>
            <p:nvPr/>
          </p:nvSpPr>
          <p:spPr>
            <a:xfrm>
              <a:off x="9698038" y="3211513"/>
              <a:ext cx="52387" cy="71437"/>
            </a:xfrm>
            <a:custGeom>
              <a:avLst/>
              <a:gdLst/>
              <a:ahLst/>
              <a:cxnLst/>
              <a:rect l="l" t="t" r="r" b="b"/>
              <a:pathLst>
                <a:path w="14" h="19" extrusionOk="0">
                  <a:moveTo>
                    <a:pt x="14" y="13"/>
                  </a:moveTo>
                  <a:cubicBezTo>
                    <a:pt x="14" y="16"/>
                    <a:pt x="11" y="19"/>
                    <a:pt x="8" y="19"/>
                  </a:cubicBezTo>
                  <a:cubicBezTo>
                    <a:pt x="3" y="19"/>
                    <a:pt x="0" y="16"/>
                    <a:pt x="0" y="13"/>
                  </a:cubicBezTo>
                  <a:cubicBezTo>
                    <a:pt x="0" y="9"/>
                    <a:pt x="11" y="0"/>
                    <a:pt x="11" y="0"/>
                  </a:cubicBezTo>
                  <a:cubicBezTo>
                    <a:pt x="11" y="0"/>
                    <a:pt x="14" y="9"/>
                    <a:pt x="14" y="13"/>
                  </a:cubicBezTo>
                </a:path>
              </a:pathLst>
            </a:custGeom>
            <a:solidFill>
              <a:srgbClr val="6B7A99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00" name="Google Shape;400;g3072d353d33_0_212"/>
            <p:cNvSpPr/>
            <p:nvPr/>
          </p:nvSpPr>
          <p:spPr>
            <a:xfrm>
              <a:off x="9515476" y="2732088"/>
              <a:ext cx="523874" cy="400050"/>
            </a:xfrm>
            <a:custGeom>
              <a:avLst/>
              <a:gdLst/>
              <a:ahLst/>
              <a:cxnLst/>
              <a:rect l="l" t="t" r="r" b="b"/>
              <a:pathLst>
                <a:path w="140" h="107" extrusionOk="0">
                  <a:moveTo>
                    <a:pt x="104" y="21"/>
                  </a:moveTo>
                  <a:cubicBezTo>
                    <a:pt x="104" y="21"/>
                    <a:pt x="93" y="1"/>
                    <a:pt x="74" y="1"/>
                  </a:cubicBezTo>
                  <a:cubicBezTo>
                    <a:pt x="55" y="0"/>
                    <a:pt x="45" y="21"/>
                    <a:pt x="45" y="21"/>
                  </a:cubicBezTo>
                  <a:cubicBezTo>
                    <a:pt x="19" y="21"/>
                    <a:pt x="8" y="29"/>
                    <a:pt x="4" y="47"/>
                  </a:cubicBezTo>
                  <a:cubicBezTo>
                    <a:pt x="0" y="64"/>
                    <a:pt x="20" y="73"/>
                    <a:pt x="20" y="73"/>
                  </a:cubicBezTo>
                  <a:cubicBezTo>
                    <a:pt x="20" y="73"/>
                    <a:pt x="21" y="78"/>
                    <a:pt x="35" y="89"/>
                  </a:cubicBezTo>
                  <a:cubicBezTo>
                    <a:pt x="50" y="101"/>
                    <a:pt x="66" y="88"/>
                    <a:pt x="66" y="88"/>
                  </a:cubicBezTo>
                  <a:cubicBezTo>
                    <a:pt x="66" y="88"/>
                    <a:pt x="74" y="98"/>
                    <a:pt x="96" y="96"/>
                  </a:cubicBezTo>
                  <a:cubicBezTo>
                    <a:pt x="117" y="94"/>
                    <a:pt x="121" y="70"/>
                    <a:pt x="121" y="70"/>
                  </a:cubicBezTo>
                  <a:cubicBezTo>
                    <a:pt x="121" y="70"/>
                    <a:pt x="140" y="64"/>
                    <a:pt x="138" y="42"/>
                  </a:cubicBezTo>
                  <a:cubicBezTo>
                    <a:pt x="136" y="20"/>
                    <a:pt x="104" y="21"/>
                    <a:pt x="104" y="21"/>
                  </a:cubicBezTo>
                  <a:close/>
                  <a:moveTo>
                    <a:pt x="102" y="69"/>
                  </a:moveTo>
                  <a:cubicBezTo>
                    <a:pt x="111" y="70"/>
                    <a:pt x="111" y="70"/>
                    <a:pt x="111" y="70"/>
                  </a:cubicBezTo>
                  <a:cubicBezTo>
                    <a:pt x="91" y="107"/>
                    <a:pt x="66" y="80"/>
                    <a:pt x="66" y="80"/>
                  </a:cubicBezTo>
                  <a:cubicBezTo>
                    <a:pt x="29" y="96"/>
                    <a:pt x="22" y="56"/>
                    <a:pt x="22" y="56"/>
                  </a:cubicBezTo>
                  <a:cubicBezTo>
                    <a:pt x="19" y="66"/>
                    <a:pt x="19" y="66"/>
                    <a:pt x="19" y="66"/>
                  </a:cubicBezTo>
                  <a:cubicBezTo>
                    <a:pt x="19" y="66"/>
                    <a:pt x="7" y="60"/>
                    <a:pt x="15" y="42"/>
                  </a:cubicBezTo>
                  <a:cubicBezTo>
                    <a:pt x="28" y="18"/>
                    <a:pt x="60" y="33"/>
                    <a:pt x="60" y="33"/>
                  </a:cubicBezTo>
                  <a:cubicBezTo>
                    <a:pt x="53" y="23"/>
                    <a:pt x="53" y="23"/>
                    <a:pt x="53" y="23"/>
                  </a:cubicBezTo>
                  <a:cubicBezTo>
                    <a:pt x="53" y="23"/>
                    <a:pt x="56" y="16"/>
                    <a:pt x="73" y="13"/>
                  </a:cubicBezTo>
                  <a:cubicBezTo>
                    <a:pt x="91" y="9"/>
                    <a:pt x="105" y="31"/>
                    <a:pt x="105" y="31"/>
                  </a:cubicBezTo>
                  <a:cubicBezTo>
                    <a:pt x="105" y="26"/>
                    <a:pt x="105" y="26"/>
                    <a:pt x="105" y="26"/>
                  </a:cubicBezTo>
                  <a:cubicBezTo>
                    <a:pt x="105" y="26"/>
                    <a:pt x="128" y="28"/>
                    <a:pt x="131" y="45"/>
                  </a:cubicBezTo>
                  <a:cubicBezTo>
                    <a:pt x="134" y="64"/>
                    <a:pt x="102" y="69"/>
                    <a:pt x="102" y="69"/>
                  </a:cubicBezTo>
                  <a:close/>
                </a:path>
              </a:pathLst>
            </a:custGeom>
            <a:solidFill>
              <a:srgbClr val="6B7A99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sp>
        <p:nvSpPr>
          <p:cNvPr id="401" name="Google Shape;401;g3072d353d33_0_212"/>
          <p:cNvSpPr/>
          <p:nvPr/>
        </p:nvSpPr>
        <p:spPr>
          <a:xfrm>
            <a:off x="9902326" y="2653941"/>
            <a:ext cx="469352" cy="312781"/>
          </a:xfrm>
          <a:custGeom>
            <a:avLst/>
            <a:gdLst/>
            <a:ahLst/>
            <a:cxnLst/>
            <a:rect l="l" t="t" r="r" b="b"/>
            <a:pathLst>
              <a:path w="180" h="132" extrusionOk="0">
                <a:moveTo>
                  <a:pt x="144" y="132"/>
                </a:moveTo>
                <a:cubicBezTo>
                  <a:pt x="42" y="132"/>
                  <a:pt x="42" y="132"/>
                  <a:pt x="42" y="132"/>
                </a:cubicBezTo>
                <a:cubicBezTo>
                  <a:pt x="19" y="132"/>
                  <a:pt x="0" y="113"/>
                  <a:pt x="0" y="90"/>
                </a:cubicBezTo>
                <a:cubicBezTo>
                  <a:pt x="0" y="73"/>
                  <a:pt x="10" y="59"/>
                  <a:pt x="24" y="52"/>
                </a:cubicBezTo>
                <a:cubicBezTo>
                  <a:pt x="24" y="51"/>
                  <a:pt x="24" y="49"/>
                  <a:pt x="24" y="48"/>
                </a:cubicBezTo>
                <a:cubicBezTo>
                  <a:pt x="24" y="21"/>
                  <a:pt x="45" y="0"/>
                  <a:pt x="72" y="0"/>
                </a:cubicBezTo>
                <a:cubicBezTo>
                  <a:pt x="92" y="0"/>
                  <a:pt x="109" y="12"/>
                  <a:pt x="116" y="30"/>
                </a:cubicBezTo>
                <a:cubicBezTo>
                  <a:pt x="121" y="26"/>
                  <a:pt x="126" y="24"/>
                  <a:pt x="132" y="24"/>
                </a:cubicBezTo>
                <a:cubicBezTo>
                  <a:pt x="145" y="24"/>
                  <a:pt x="156" y="35"/>
                  <a:pt x="156" y="48"/>
                </a:cubicBezTo>
                <a:cubicBezTo>
                  <a:pt x="156" y="53"/>
                  <a:pt x="155" y="57"/>
                  <a:pt x="152" y="61"/>
                </a:cubicBezTo>
                <a:cubicBezTo>
                  <a:pt x="168" y="65"/>
                  <a:pt x="180" y="79"/>
                  <a:pt x="180" y="96"/>
                </a:cubicBezTo>
                <a:cubicBezTo>
                  <a:pt x="180" y="116"/>
                  <a:pt x="164" y="132"/>
                  <a:pt x="144" y="132"/>
                </a:cubicBezTo>
                <a:close/>
              </a:path>
            </a:pathLst>
          </a:custGeom>
          <a:solidFill>
            <a:srgbClr val="00D2DD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 b="0" i="0" u="none" strike="noStrike" cap="none">
              <a:solidFill>
                <a:srgbClr val="5A6A8A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grpSp>
        <p:nvGrpSpPr>
          <p:cNvPr id="402" name="Google Shape;402;g3072d353d33_0_212"/>
          <p:cNvGrpSpPr/>
          <p:nvPr/>
        </p:nvGrpSpPr>
        <p:grpSpPr>
          <a:xfrm>
            <a:off x="9902519" y="2037266"/>
            <a:ext cx="486270" cy="350973"/>
            <a:chOff x="7035831" y="2397735"/>
            <a:chExt cx="1871707" cy="1452103"/>
          </a:xfrm>
        </p:grpSpPr>
        <p:grpSp>
          <p:nvGrpSpPr>
            <p:cNvPr id="403" name="Google Shape;403;g3072d353d33_0_212"/>
            <p:cNvGrpSpPr/>
            <p:nvPr/>
          </p:nvGrpSpPr>
          <p:grpSpPr>
            <a:xfrm>
              <a:off x="7705623" y="2397735"/>
              <a:ext cx="1201915" cy="1192535"/>
              <a:chOff x="10598150" y="2325688"/>
              <a:chExt cx="611195" cy="606425"/>
            </a:xfrm>
          </p:grpSpPr>
          <p:sp>
            <p:nvSpPr>
              <p:cNvPr id="404" name="Google Shape;404;g3072d353d33_0_212"/>
              <p:cNvSpPr/>
              <p:nvPr/>
            </p:nvSpPr>
            <p:spPr>
              <a:xfrm>
                <a:off x="10763250" y="2482850"/>
                <a:ext cx="281100" cy="288900"/>
              </a:xfrm>
              <a:prstGeom prst="ellipse">
                <a:avLst/>
              </a:pr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405" name="Google Shape;405;g3072d353d33_0_212"/>
              <p:cNvSpPr/>
              <p:nvPr/>
            </p:nvSpPr>
            <p:spPr>
              <a:xfrm>
                <a:off x="10871200" y="2325688"/>
                <a:ext cx="63500" cy="130175"/>
              </a:xfrm>
              <a:custGeom>
                <a:avLst/>
                <a:gdLst/>
                <a:ahLst/>
                <a:cxnLst/>
                <a:rect l="l" t="t" r="r" b="b"/>
                <a:pathLst>
                  <a:path w="17" h="35" extrusionOk="0">
                    <a:moveTo>
                      <a:pt x="16" y="22"/>
                    </a:moveTo>
                    <a:cubicBezTo>
                      <a:pt x="16" y="22"/>
                      <a:pt x="16" y="22"/>
                      <a:pt x="16" y="22"/>
                    </a:cubicBezTo>
                    <a:cubicBezTo>
                      <a:pt x="11" y="11"/>
                      <a:pt x="17" y="0"/>
                      <a:pt x="17" y="0"/>
                    </a:cubicBezTo>
                    <a:cubicBezTo>
                      <a:pt x="1" y="14"/>
                      <a:pt x="0" y="22"/>
                      <a:pt x="0" y="26"/>
                    </a:cubicBezTo>
                    <a:cubicBezTo>
                      <a:pt x="0" y="31"/>
                      <a:pt x="4" y="35"/>
                      <a:pt x="9" y="35"/>
                    </a:cubicBezTo>
                    <a:cubicBezTo>
                      <a:pt x="13" y="35"/>
                      <a:pt x="17" y="31"/>
                      <a:pt x="17" y="26"/>
                    </a:cubicBezTo>
                    <a:cubicBezTo>
                      <a:pt x="17" y="25"/>
                      <a:pt x="17" y="23"/>
                      <a:pt x="16" y="22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406" name="Google Shape;406;g3072d353d33_0_212"/>
              <p:cNvSpPr/>
              <p:nvPr/>
            </p:nvSpPr>
            <p:spPr>
              <a:xfrm>
                <a:off x="10755313" y="2339975"/>
                <a:ext cx="79375" cy="138113"/>
              </a:xfrm>
              <a:custGeom>
                <a:avLst/>
                <a:gdLst/>
                <a:ahLst/>
                <a:cxnLst/>
                <a:rect l="l" t="t" r="r" b="b"/>
                <a:pathLst>
                  <a:path w="21" h="37" extrusionOk="0">
                    <a:moveTo>
                      <a:pt x="17" y="21"/>
                    </a:moveTo>
                    <a:cubicBezTo>
                      <a:pt x="17" y="21"/>
                      <a:pt x="17" y="21"/>
                      <a:pt x="17" y="21"/>
                    </a:cubicBezTo>
                    <a:cubicBezTo>
                      <a:pt x="8" y="12"/>
                      <a:pt x="9" y="0"/>
                      <a:pt x="9" y="0"/>
                    </a:cubicBezTo>
                    <a:cubicBezTo>
                      <a:pt x="0" y="19"/>
                      <a:pt x="2" y="27"/>
                      <a:pt x="4" y="31"/>
                    </a:cubicBezTo>
                    <a:cubicBezTo>
                      <a:pt x="6" y="35"/>
                      <a:pt x="10" y="37"/>
                      <a:pt x="15" y="35"/>
                    </a:cubicBezTo>
                    <a:cubicBezTo>
                      <a:pt x="19" y="33"/>
                      <a:pt x="21" y="28"/>
                      <a:pt x="19" y="24"/>
                    </a:cubicBezTo>
                    <a:cubicBezTo>
                      <a:pt x="19" y="23"/>
                      <a:pt x="18" y="21"/>
                      <a:pt x="17" y="21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407" name="Google Shape;407;g3072d353d33_0_212"/>
              <p:cNvSpPr/>
              <p:nvPr/>
            </p:nvSpPr>
            <p:spPr>
              <a:xfrm>
                <a:off x="10658475" y="2436813"/>
                <a:ext cx="96838" cy="120650"/>
              </a:xfrm>
              <a:custGeom>
                <a:avLst/>
                <a:gdLst/>
                <a:ahLst/>
                <a:cxnLst/>
                <a:rect l="l" t="t" r="r" b="b"/>
                <a:pathLst>
                  <a:path w="26" h="32" extrusionOk="0">
                    <a:moveTo>
                      <a:pt x="18" y="14"/>
                    </a:moveTo>
                    <a:cubicBezTo>
                      <a:pt x="18" y="14"/>
                      <a:pt x="18" y="14"/>
                      <a:pt x="18" y="14"/>
                    </a:cubicBezTo>
                    <a:cubicBezTo>
                      <a:pt x="5" y="11"/>
                      <a:pt x="0" y="0"/>
                      <a:pt x="0" y="0"/>
                    </a:cubicBezTo>
                    <a:cubicBezTo>
                      <a:pt x="3" y="21"/>
                      <a:pt x="8" y="27"/>
                      <a:pt x="12" y="29"/>
                    </a:cubicBezTo>
                    <a:cubicBezTo>
                      <a:pt x="15" y="32"/>
                      <a:pt x="21" y="31"/>
                      <a:pt x="24" y="27"/>
                    </a:cubicBezTo>
                    <a:cubicBezTo>
                      <a:pt x="26" y="23"/>
                      <a:pt x="25" y="18"/>
                      <a:pt x="22" y="15"/>
                    </a:cubicBezTo>
                    <a:cubicBezTo>
                      <a:pt x="20" y="14"/>
                      <a:pt x="19" y="14"/>
                      <a:pt x="18" y="14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408" name="Google Shape;408;g3072d353d33_0_212"/>
              <p:cNvSpPr/>
              <p:nvPr/>
            </p:nvSpPr>
            <p:spPr>
              <a:xfrm>
                <a:off x="10598150" y="2590800"/>
                <a:ext cx="127000" cy="71438"/>
              </a:xfrm>
              <a:custGeom>
                <a:avLst/>
                <a:gdLst/>
                <a:ahLst/>
                <a:cxnLst/>
                <a:rect l="l" t="t" r="r" b="b"/>
                <a:pathLst>
                  <a:path w="34" h="19" extrusionOk="0">
                    <a:moveTo>
                      <a:pt x="21" y="3"/>
                    </a:moveTo>
                    <a:cubicBezTo>
                      <a:pt x="21" y="3"/>
                      <a:pt x="21" y="3"/>
                      <a:pt x="21" y="3"/>
                    </a:cubicBezTo>
                    <a:cubicBezTo>
                      <a:pt x="10" y="7"/>
                      <a:pt x="0" y="0"/>
                      <a:pt x="0" y="0"/>
                    </a:cubicBezTo>
                    <a:cubicBezTo>
                      <a:pt x="13" y="17"/>
                      <a:pt x="20" y="18"/>
                      <a:pt x="24" y="19"/>
                    </a:cubicBezTo>
                    <a:cubicBezTo>
                      <a:pt x="29" y="19"/>
                      <a:pt x="33" y="16"/>
                      <a:pt x="33" y="11"/>
                    </a:cubicBezTo>
                    <a:cubicBezTo>
                      <a:pt x="34" y="6"/>
                      <a:pt x="30" y="2"/>
                      <a:pt x="26" y="2"/>
                    </a:cubicBezTo>
                    <a:cubicBezTo>
                      <a:pt x="24" y="2"/>
                      <a:pt x="23" y="2"/>
                      <a:pt x="21" y="3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409" name="Google Shape;409;g3072d353d33_0_212"/>
              <p:cNvSpPr/>
              <p:nvPr/>
            </p:nvSpPr>
            <p:spPr>
              <a:xfrm>
                <a:off x="10620375" y="2700338"/>
                <a:ext cx="134938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36" h="22" extrusionOk="0">
                    <a:moveTo>
                      <a:pt x="20" y="5"/>
                    </a:moveTo>
                    <a:cubicBezTo>
                      <a:pt x="20" y="5"/>
                      <a:pt x="20" y="5"/>
                      <a:pt x="20" y="5"/>
                    </a:cubicBezTo>
                    <a:cubicBezTo>
                      <a:pt x="12" y="14"/>
                      <a:pt x="0" y="13"/>
                      <a:pt x="0" y="13"/>
                    </a:cubicBezTo>
                    <a:cubicBezTo>
                      <a:pt x="19" y="22"/>
                      <a:pt x="27" y="20"/>
                      <a:pt x="30" y="18"/>
                    </a:cubicBezTo>
                    <a:cubicBezTo>
                      <a:pt x="34" y="16"/>
                      <a:pt x="36" y="11"/>
                      <a:pt x="34" y="7"/>
                    </a:cubicBezTo>
                    <a:cubicBezTo>
                      <a:pt x="32" y="2"/>
                      <a:pt x="27" y="0"/>
                      <a:pt x="23" y="2"/>
                    </a:cubicBezTo>
                    <a:cubicBezTo>
                      <a:pt x="22" y="3"/>
                      <a:pt x="21" y="4"/>
                      <a:pt x="20" y="5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410" name="Google Shape;410;g3072d353d33_0_212"/>
              <p:cNvSpPr/>
              <p:nvPr/>
            </p:nvSpPr>
            <p:spPr>
              <a:xfrm>
                <a:off x="10717213" y="2778125"/>
                <a:ext cx="120650" cy="98425"/>
              </a:xfrm>
              <a:custGeom>
                <a:avLst/>
                <a:gdLst/>
                <a:ahLst/>
                <a:cxnLst/>
                <a:rect l="l" t="t" r="r" b="b"/>
                <a:pathLst>
                  <a:path w="32" h="26" extrusionOk="0">
                    <a:moveTo>
                      <a:pt x="14" y="8"/>
                    </a:moveTo>
                    <a:cubicBezTo>
                      <a:pt x="14" y="8"/>
                      <a:pt x="14" y="8"/>
                      <a:pt x="14" y="8"/>
                    </a:cubicBezTo>
                    <a:cubicBezTo>
                      <a:pt x="11" y="20"/>
                      <a:pt x="0" y="26"/>
                      <a:pt x="0" y="26"/>
                    </a:cubicBezTo>
                    <a:cubicBezTo>
                      <a:pt x="21" y="23"/>
                      <a:pt x="27" y="17"/>
                      <a:pt x="29" y="14"/>
                    </a:cubicBezTo>
                    <a:cubicBezTo>
                      <a:pt x="32" y="10"/>
                      <a:pt x="31" y="5"/>
                      <a:pt x="27" y="2"/>
                    </a:cubicBezTo>
                    <a:cubicBezTo>
                      <a:pt x="23" y="0"/>
                      <a:pt x="18" y="1"/>
                      <a:pt x="15" y="4"/>
                    </a:cubicBezTo>
                    <a:cubicBezTo>
                      <a:pt x="14" y="6"/>
                      <a:pt x="14" y="7"/>
                      <a:pt x="14" y="8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411" name="Google Shape;411;g3072d353d33_0_212"/>
              <p:cNvSpPr/>
              <p:nvPr/>
            </p:nvSpPr>
            <p:spPr>
              <a:xfrm>
                <a:off x="10868025" y="2805113"/>
                <a:ext cx="71438" cy="127000"/>
              </a:xfrm>
              <a:custGeom>
                <a:avLst/>
                <a:gdLst/>
                <a:ahLst/>
                <a:cxnLst/>
                <a:rect l="l" t="t" r="r" b="b"/>
                <a:pathLst>
                  <a:path w="19" h="34" extrusionOk="0">
                    <a:moveTo>
                      <a:pt x="3" y="12"/>
                    </a:moveTo>
                    <a:cubicBezTo>
                      <a:pt x="3" y="12"/>
                      <a:pt x="3" y="12"/>
                      <a:pt x="3" y="12"/>
                    </a:cubicBezTo>
                    <a:cubicBezTo>
                      <a:pt x="7" y="24"/>
                      <a:pt x="0" y="34"/>
                      <a:pt x="0" y="34"/>
                    </a:cubicBezTo>
                    <a:cubicBezTo>
                      <a:pt x="17" y="21"/>
                      <a:pt x="19" y="14"/>
                      <a:pt x="19" y="10"/>
                    </a:cubicBezTo>
                    <a:cubicBezTo>
                      <a:pt x="19" y="5"/>
                      <a:pt x="16" y="0"/>
                      <a:pt x="11" y="0"/>
                    </a:cubicBezTo>
                    <a:cubicBezTo>
                      <a:pt x="6" y="0"/>
                      <a:pt x="2" y="3"/>
                      <a:pt x="2" y="8"/>
                    </a:cubicBezTo>
                    <a:cubicBezTo>
                      <a:pt x="2" y="10"/>
                      <a:pt x="2" y="11"/>
                      <a:pt x="3" y="12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412" name="Google Shape;412;g3072d353d33_0_212"/>
              <p:cNvSpPr/>
              <p:nvPr/>
            </p:nvSpPr>
            <p:spPr>
              <a:xfrm>
                <a:off x="10980738" y="2778125"/>
                <a:ext cx="77788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21" h="37" extrusionOk="0">
                    <a:moveTo>
                      <a:pt x="4" y="17"/>
                    </a:moveTo>
                    <a:cubicBezTo>
                      <a:pt x="4" y="17"/>
                      <a:pt x="4" y="17"/>
                      <a:pt x="4" y="17"/>
                    </a:cubicBezTo>
                    <a:cubicBezTo>
                      <a:pt x="13" y="25"/>
                      <a:pt x="12" y="37"/>
                      <a:pt x="12" y="37"/>
                    </a:cubicBezTo>
                    <a:cubicBezTo>
                      <a:pt x="21" y="17"/>
                      <a:pt x="18" y="10"/>
                      <a:pt x="17" y="6"/>
                    </a:cubicBezTo>
                    <a:cubicBezTo>
                      <a:pt x="15" y="2"/>
                      <a:pt x="10" y="0"/>
                      <a:pt x="6" y="2"/>
                    </a:cubicBezTo>
                    <a:cubicBezTo>
                      <a:pt x="1" y="4"/>
                      <a:pt x="0" y="9"/>
                      <a:pt x="1" y="13"/>
                    </a:cubicBezTo>
                    <a:cubicBezTo>
                      <a:pt x="2" y="15"/>
                      <a:pt x="3" y="16"/>
                      <a:pt x="4" y="17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413" name="Google Shape;413;g3072d353d33_0_212"/>
              <p:cNvSpPr/>
              <p:nvPr/>
            </p:nvSpPr>
            <p:spPr>
              <a:xfrm>
                <a:off x="11052185" y="2695575"/>
                <a:ext cx="101600" cy="123825"/>
              </a:xfrm>
              <a:custGeom>
                <a:avLst/>
                <a:gdLst/>
                <a:ahLst/>
                <a:cxnLst/>
                <a:rect l="l" t="t" r="r" b="b"/>
                <a:pathLst>
                  <a:path w="27" h="33" extrusionOk="0">
                    <a:moveTo>
                      <a:pt x="9" y="19"/>
                    </a:moveTo>
                    <a:cubicBezTo>
                      <a:pt x="9" y="19"/>
                      <a:pt x="9" y="19"/>
                      <a:pt x="9" y="19"/>
                    </a:cubicBezTo>
                    <a:cubicBezTo>
                      <a:pt x="22" y="21"/>
                      <a:pt x="27" y="33"/>
                      <a:pt x="27" y="33"/>
                    </a:cubicBezTo>
                    <a:cubicBezTo>
                      <a:pt x="25" y="11"/>
                      <a:pt x="19" y="6"/>
                      <a:pt x="15" y="4"/>
                    </a:cubicBezTo>
                    <a:cubicBezTo>
                      <a:pt x="11" y="0"/>
                      <a:pt x="6" y="2"/>
                      <a:pt x="3" y="6"/>
                    </a:cubicBezTo>
                    <a:cubicBezTo>
                      <a:pt x="0" y="9"/>
                      <a:pt x="1" y="15"/>
                      <a:pt x="5" y="18"/>
                    </a:cubicBezTo>
                    <a:cubicBezTo>
                      <a:pt x="7" y="19"/>
                      <a:pt x="8" y="19"/>
                      <a:pt x="9" y="19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414" name="Google Shape;414;g3072d353d33_0_212"/>
              <p:cNvSpPr/>
              <p:nvPr/>
            </p:nvSpPr>
            <p:spPr>
              <a:xfrm>
                <a:off x="11077581" y="2595563"/>
                <a:ext cx="131764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35" h="17" extrusionOk="0">
                    <a:moveTo>
                      <a:pt x="13" y="16"/>
                    </a:moveTo>
                    <a:cubicBezTo>
                      <a:pt x="13" y="16"/>
                      <a:pt x="13" y="16"/>
                      <a:pt x="13" y="16"/>
                    </a:cubicBezTo>
                    <a:cubicBezTo>
                      <a:pt x="24" y="11"/>
                      <a:pt x="35" y="17"/>
                      <a:pt x="35" y="17"/>
                    </a:cubicBezTo>
                    <a:cubicBezTo>
                      <a:pt x="21" y="1"/>
                      <a:pt x="13" y="0"/>
                      <a:pt x="9" y="0"/>
                    </a:cubicBezTo>
                    <a:cubicBezTo>
                      <a:pt x="4" y="0"/>
                      <a:pt x="0" y="4"/>
                      <a:pt x="0" y="8"/>
                    </a:cubicBezTo>
                    <a:cubicBezTo>
                      <a:pt x="0" y="13"/>
                      <a:pt x="4" y="17"/>
                      <a:pt x="9" y="17"/>
                    </a:cubicBezTo>
                    <a:cubicBezTo>
                      <a:pt x="10" y="17"/>
                      <a:pt x="12" y="17"/>
                      <a:pt x="13" y="16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415" name="Google Shape;415;g3072d353d33_0_212"/>
              <p:cNvSpPr/>
              <p:nvPr/>
            </p:nvSpPr>
            <p:spPr>
              <a:xfrm>
                <a:off x="11052185" y="2474913"/>
                <a:ext cx="138113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7" h="23" extrusionOk="0">
                    <a:moveTo>
                      <a:pt x="18" y="18"/>
                    </a:moveTo>
                    <a:cubicBezTo>
                      <a:pt x="18" y="18"/>
                      <a:pt x="18" y="18"/>
                      <a:pt x="18" y="18"/>
                    </a:cubicBezTo>
                    <a:cubicBezTo>
                      <a:pt x="25" y="7"/>
                      <a:pt x="37" y="8"/>
                      <a:pt x="37" y="8"/>
                    </a:cubicBezTo>
                    <a:cubicBezTo>
                      <a:pt x="17" y="0"/>
                      <a:pt x="10" y="4"/>
                      <a:pt x="6" y="6"/>
                    </a:cubicBezTo>
                    <a:cubicBezTo>
                      <a:pt x="2" y="8"/>
                      <a:pt x="0" y="13"/>
                      <a:pt x="3" y="17"/>
                    </a:cubicBezTo>
                    <a:cubicBezTo>
                      <a:pt x="5" y="21"/>
                      <a:pt x="10" y="23"/>
                      <a:pt x="15" y="21"/>
                    </a:cubicBezTo>
                    <a:cubicBezTo>
                      <a:pt x="16" y="20"/>
                      <a:pt x="17" y="19"/>
                      <a:pt x="18" y="18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416" name="Google Shape;416;g3072d353d33_0_212"/>
              <p:cNvSpPr/>
              <p:nvPr/>
            </p:nvSpPr>
            <p:spPr>
              <a:xfrm>
                <a:off x="10972800" y="2381250"/>
                <a:ext cx="112713" cy="101600"/>
              </a:xfrm>
              <a:custGeom>
                <a:avLst/>
                <a:gdLst/>
                <a:ahLst/>
                <a:cxnLst/>
                <a:rect l="l" t="t" r="r" b="b"/>
                <a:pathLst>
                  <a:path w="30" h="27" extrusionOk="0">
                    <a:moveTo>
                      <a:pt x="19" y="18"/>
                    </a:moveTo>
                    <a:cubicBezTo>
                      <a:pt x="19" y="18"/>
                      <a:pt x="19" y="18"/>
                      <a:pt x="19" y="18"/>
                    </a:cubicBezTo>
                    <a:cubicBezTo>
                      <a:pt x="20" y="6"/>
                      <a:pt x="30" y="0"/>
                      <a:pt x="30" y="0"/>
                    </a:cubicBezTo>
                    <a:cubicBezTo>
                      <a:pt x="10" y="4"/>
                      <a:pt x="5" y="10"/>
                      <a:pt x="3" y="13"/>
                    </a:cubicBezTo>
                    <a:cubicBezTo>
                      <a:pt x="0" y="17"/>
                      <a:pt x="2" y="23"/>
                      <a:pt x="6" y="25"/>
                    </a:cubicBezTo>
                    <a:cubicBezTo>
                      <a:pt x="10" y="27"/>
                      <a:pt x="15" y="26"/>
                      <a:pt x="17" y="22"/>
                    </a:cubicBezTo>
                    <a:cubicBezTo>
                      <a:pt x="18" y="21"/>
                      <a:pt x="19" y="19"/>
                      <a:pt x="19" y="18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</p:grpSp>
        <p:sp>
          <p:nvSpPr>
            <p:cNvPr id="417" name="Google Shape;417;g3072d353d33_0_212"/>
            <p:cNvSpPr/>
            <p:nvPr/>
          </p:nvSpPr>
          <p:spPr>
            <a:xfrm>
              <a:off x="7035831" y="2771780"/>
              <a:ext cx="1729445" cy="1078058"/>
            </a:xfrm>
            <a:custGeom>
              <a:avLst/>
              <a:gdLst/>
              <a:ahLst/>
              <a:cxnLst/>
              <a:rect l="l" t="t" r="r" b="b"/>
              <a:pathLst>
                <a:path w="180" h="132" extrusionOk="0">
                  <a:moveTo>
                    <a:pt x="144" y="132"/>
                  </a:moveTo>
                  <a:cubicBezTo>
                    <a:pt x="42" y="132"/>
                    <a:pt x="42" y="132"/>
                    <a:pt x="42" y="132"/>
                  </a:cubicBezTo>
                  <a:cubicBezTo>
                    <a:pt x="19" y="132"/>
                    <a:pt x="0" y="113"/>
                    <a:pt x="0" y="90"/>
                  </a:cubicBezTo>
                  <a:cubicBezTo>
                    <a:pt x="0" y="73"/>
                    <a:pt x="10" y="59"/>
                    <a:pt x="24" y="52"/>
                  </a:cubicBezTo>
                  <a:cubicBezTo>
                    <a:pt x="24" y="51"/>
                    <a:pt x="24" y="49"/>
                    <a:pt x="24" y="48"/>
                  </a:cubicBezTo>
                  <a:cubicBezTo>
                    <a:pt x="24" y="21"/>
                    <a:pt x="45" y="0"/>
                    <a:pt x="72" y="0"/>
                  </a:cubicBezTo>
                  <a:cubicBezTo>
                    <a:pt x="92" y="0"/>
                    <a:pt x="109" y="12"/>
                    <a:pt x="116" y="30"/>
                  </a:cubicBezTo>
                  <a:cubicBezTo>
                    <a:pt x="121" y="26"/>
                    <a:pt x="126" y="24"/>
                    <a:pt x="132" y="24"/>
                  </a:cubicBezTo>
                  <a:cubicBezTo>
                    <a:pt x="145" y="24"/>
                    <a:pt x="156" y="35"/>
                    <a:pt x="156" y="48"/>
                  </a:cubicBezTo>
                  <a:cubicBezTo>
                    <a:pt x="156" y="53"/>
                    <a:pt x="155" y="57"/>
                    <a:pt x="152" y="61"/>
                  </a:cubicBezTo>
                  <a:cubicBezTo>
                    <a:pt x="168" y="65"/>
                    <a:pt x="180" y="79"/>
                    <a:pt x="180" y="96"/>
                  </a:cubicBezTo>
                  <a:cubicBezTo>
                    <a:pt x="180" y="116"/>
                    <a:pt x="164" y="132"/>
                    <a:pt x="144" y="132"/>
                  </a:cubicBezTo>
                  <a:close/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5A6A8A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grpSp>
        <p:nvGrpSpPr>
          <p:cNvPr id="418" name="Google Shape;418;g3072d353d33_0_212"/>
          <p:cNvGrpSpPr/>
          <p:nvPr/>
        </p:nvGrpSpPr>
        <p:grpSpPr>
          <a:xfrm>
            <a:off x="9814281" y="1332571"/>
            <a:ext cx="583929" cy="579378"/>
            <a:chOff x="10598150" y="2325688"/>
            <a:chExt cx="611188" cy="606425"/>
          </a:xfrm>
        </p:grpSpPr>
        <p:sp>
          <p:nvSpPr>
            <p:cNvPr id="419" name="Google Shape;419;g3072d353d33_0_212"/>
            <p:cNvSpPr/>
            <p:nvPr/>
          </p:nvSpPr>
          <p:spPr>
            <a:xfrm>
              <a:off x="10763250" y="2482850"/>
              <a:ext cx="281100" cy="2889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0D2DD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20" name="Google Shape;420;g3072d353d33_0_212"/>
            <p:cNvSpPr/>
            <p:nvPr/>
          </p:nvSpPr>
          <p:spPr>
            <a:xfrm>
              <a:off x="10871200" y="2325688"/>
              <a:ext cx="63500" cy="130175"/>
            </a:xfrm>
            <a:custGeom>
              <a:avLst/>
              <a:gdLst/>
              <a:ahLst/>
              <a:cxnLst/>
              <a:rect l="l" t="t" r="r" b="b"/>
              <a:pathLst>
                <a:path w="17" h="35" extrusionOk="0">
                  <a:moveTo>
                    <a:pt x="16" y="22"/>
                  </a:moveTo>
                  <a:cubicBezTo>
                    <a:pt x="16" y="22"/>
                    <a:pt x="16" y="22"/>
                    <a:pt x="16" y="22"/>
                  </a:cubicBezTo>
                  <a:cubicBezTo>
                    <a:pt x="11" y="11"/>
                    <a:pt x="17" y="0"/>
                    <a:pt x="17" y="0"/>
                  </a:cubicBezTo>
                  <a:cubicBezTo>
                    <a:pt x="1" y="14"/>
                    <a:pt x="0" y="22"/>
                    <a:pt x="0" y="26"/>
                  </a:cubicBezTo>
                  <a:cubicBezTo>
                    <a:pt x="0" y="31"/>
                    <a:pt x="4" y="35"/>
                    <a:pt x="9" y="35"/>
                  </a:cubicBezTo>
                  <a:cubicBezTo>
                    <a:pt x="13" y="35"/>
                    <a:pt x="17" y="31"/>
                    <a:pt x="17" y="26"/>
                  </a:cubicBezTo>
                  <a:cubicBezTo>
                    <a:pt x="17" y="25"/>
                    <a:pt x="17" y="23"/>
                    <a:pt x="16" y="22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21" name="Google Shape;421;g3072d353d33_0_212"/>
            <p:cNvSpPr/>
            <p:nvPr/>
          </p:nvSpPr>
          <p:spPr>
            <a:xfrm>
              <a:off x="10755313" y="2339975"/>
              <a:ext cx="79375" cy="138113"/>
            </a:xfrm>
            <a:custGeom>
              <a:avLst/>
              <a:gdLst/>
              <a:ahLst/>
              <a:cxnLst/>
              <a:rect l="l" t="t" r="r" b="b"/>
              <a:pathLst>
                <a:path w="21" h="37" extrusionOk="0">
                  <a:moveTo>
                    <a:pt x="17" y="21"/>
                  </a:moveTo>
                  <a:cubicBezTo>
                    <a:pt x="17" y="21"/>
                    <a:pt x="17" y="21"/>
                    <a:pt x="17" y="21"/>
                  </a:cubicBezTo>
                  <a:cubicBezTo>
                    <a:pt x="8" y="12"/>
                    <a:pt x="9" y="0"/>
                    <a:pt x="9" y="0"/>
                  </a:cubicBezTo>
                  <a:cubicBezTo>
                    <a:pt x="0" y="19"/>
                    <a:pt x="2" y="27"/>
                    <a:pt x="4" y="31"/>
                  </a:cubicBezTo>
                  <a:cubicBezTo>
                    <a:pt x="6" y="35"/>
                    <a:pt x="10" y="37"/>
                    <a:pt x="15" y="35"/>
                  </a:cubicBezTo>
                  <a:cubicBezTo>
                    <a:pt x="19" y="33"/>
                    <a:pt x="21" y="28"/>
                    <a:pt x="19" y="24"/>
                  </a:cubicBezTo>
                  <a:cubicBezTo>
                    <a:pt x="19" y="23"/>
                    <a:pt x="18" y="21"/>
                    <a:pt x="17" y="21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22" name="Google Shape;422;g3072d353d33_0_212"/>
            <p:cNvSpPr/>
            <p:nvPr/>
          </p:nvSpPr>
          <p:spPr>
            <a:xfrm>
              <a:off x="10658475" y="2436813"/>
              <a:ext cx="96838" cy="120650"/>
            </a:xfrm>
            <a:custGeom>
              <a:avLst/>
              <a:gdLst/>
              <a:ahLst/>
              <a:cxnLst/>
              <a:rect l="l" t="t" r="r" b="b"/>
              <a:pathLst>
                <a:path w="26" h="32" extrusionOk="0">
                  <a:moveTo>
                    <a:pt x="18" y="14"/>
                  </a:moveTo>
                  <a:cubicBezTo>
                    <a:pt x="18" y="14"/>
                    <a:pt x="18" y="14"/>
                    <a:pt x="18" y="14"/>
                  </a:cubicBezTo>
                  <a:cubicBezTo>
                    <a:pt x="5" y="11"/>
                    <a:pt x="0" y="0"/>
                    <a:pt x="0" y="0"/>
                  </a:cubicBezTo>
                  <a:cubicBezTo>
                    <a:pt x="3" y="21"/>
                    <a:pt x="8" y="27"/>
                    <a:pt x="12" y="29"/>
                  </a:cubicBezTo>
                  <a:cubicBezTo>
                    <a:pt x="15" y="32"/>
                    <a:pt x="21" y="31"/>
                    <a:pt x="24" y="27"/>
                  </a:cubicBezTo>
                  <a:cubicBezTo>
                    <a:pt x="26" y="23"/>
                    <a:pt x="25" y="18"/>
                    <a:pt x="22" y="15"/>
                  </a:cubicBezTo>
                  <a:cubicBezTo>
                    <a:pt x="20" y="14"/>
                    <a:pt x="19" y="14"/>
                    <a:pt x="18" y="14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23" name="Google Shape;423;g3072d353d33_0_212"/>
            <p:cNvSpPr/>
            <p:nvPr/>
          </p:nvSpPr>
          <p:spPr>
            <a:xfrm>
              <a:off x="10598150" y="2590800"/>
              <a:ext cx="127000" cy="71438"/>
            </a:xfrm>
            <a:custGeom>
              <a:avLst/>
              <a:gdLst/>
              <a:ahLst/>
              <a:cxnLst/>
              <a:rect l="l" t="t" r="r" b="b"/>
              <a:pathLst>
                <a:path w="34" h="19" extrusionOk="0">
                  <a:moveTo>
                    <a:pt x="21" y="3"/>
                  </a:moveTo>
                  <a:cubicBezTo>
                    <a:pt x="21" y="3"/>
                    <a:pt x="21" y="3"/>
                    <a:pt x="21" y="3"/>
                  </a:cubicBezTo>
                  <a:cubicBezTo>
                    <a:pt x="10" y="7"/>
                    <a:pt x="0" y="0"/>
                    <a:pt x="0" y="0"/>
                  </a:cubicBezTo>
                  <a:cubicBezTo>
                    <a:pt x="13" y="17"/>
                    <a:pt x="20" y="18"/>
                    <a:pt x="24" y="19"/>
                  </a:cubicBezTo>
                  <a:cubicBezTo>
                    <a:pt x="29" y="19"/>
                    <a:pt x="33" y="16"/>
                    <a:pt x="33" y="11"/>
                  </a:cubicBezTo>
                  <a:cubicBezTo>
                    <a:pt x="34" y="6"/>
                    <a:pt x="30" y="2"/>
                    <a:pt x="26" y="2"/>
                  </a:cubicBezTo>
                  <a:cubicBezTo>
                    <a:pt x="24" y="2"/>
                    <a:pt x="23" y="2"/>
                    <a:pt x="21" y="3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24" name="Google Shape;424;g3072d353d33_0_212"/>
            <p:cNvSpPr/>
            <p:nvPr/>
          </p:nvSpPr>
          <p:spPr>
            <a:xfrm>
              <a:off x="10620375" y="2700338"/>
              <a:ext cx="134938" cy="82550"/>
            </a:xfrm>
            <a:custGeom>
              <a:avLst/>
              <a:gdLst/>
              <a:ahLst/>
              <a:cxnLst/>
              <a:rect l="l" t="t" r="r" b="b"/>
              <a:pathLst>
                <a:path w="36" h="22" extrusionOk="0">
                  <a:moveTo>
                    <a:pt x="20" y="5"/>
                  </a:moveTo>
                  <a:cubicBezTo>
                    <a:pt x="20" y="5"/>
                    <a:pt x="20" y="5"/>
                    <a:pt x="20" y="5"/>
                  </a:cubicBezTo>
                  <a:cubicBezTo>
                    <a:pt x="12" y="14"/>
                    <a:pt x="0" y="13"/>
                    <a:pt x="0" y="13"/>
                  </a:cubicBezTo>
                  <a:cubicBezTo>
                    <a:pt x="19" y="22"/>
                    <a:pt x="27" y="20"/>
                    <a:pt x="30" y="18"/>
                  </a:cubicBezTo>
                  <a:cubicBezTo>
                    <a:pt x="34" y="16"/>
                    <a:pt x="36" y="11"/>
                    <a:pt x="34" y="7"/>
                  </a:cubicBezTo>
                  <a:cubicBezTo>
                    <a:pt x="32" y="2"/>
                    <a:pt x="27" y="0"/>
                    <a:pt x="23" y="2"/>
                  </a:cubicBezTo>
                  <a:cubicBezTo>
                    <a:pt x="22" y="3"/>
                    <a:pt x="21" y="4"/>
                    <a:pt x="20" y="5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25" name="Google Shape;425;g3072d353d33_0_212"/>
            <p:cNvSpPr/>
            <p:nvPr/>
          </p:nvSpPr>
          <p:spPr>
            <a:xfrm>
              <a:off x="10717213" y="2778125"/>
              <a:ext cx="120650" cy="98425"/>
            </a:xfrm>
            <a:custGeom>
              <a:avLst/>
              <a:gdLst/>
              <a:ahLst/>
              <a:cxnLst/>
              <a:rect l="l" t="t" r="r" b="b"/>
              <a:pathLst>
                <a:path w="32" h="26" extrusionOk="0">
                  <a:moveTo>
                    <a:pt x="14" y="8"/>
                  </a:moveTo>
                  <a:cubicBezTo>
                    <a:pt x="14" y="8"/>
                    <a:pt x="14" y="8"/>
                    <a:pt x="14" y="8"/>
                  </a:cubicBezTo>
                  <a:cubicBezTo>
                    <a:pt x="11" y="20"/>
                    <a:pt x="0" y="26"/>
                    <a:pt x="0" y="26"/>
                  </a:cubicBezTo>
                  <a:cubicBezTo>
                    <a:pt x="21" y="23"/>
                    <a:pt x="27" y="17"/>
                    <a:pt x="29" y="14"/>
                  </a:cubicBezTo>
                  <a:cubicBezTo>
                    <a:pt x="32" y="10"/>
                    <a:pt x="31" y="5"/>
                    <a:pt x="27" y="2"/>
                  </a:cubicBezTo>
                  <a:cubicBezTo>
                    <a:pt x="23" y="0"/>
                    <a:pt x="18" y="1"/>
                    <a:pt x="15" y="4"/>
                  </a:cubicBezTo>
                  <a:cubicBezTo>
                    <a:pt x="14" y="6"/>
                    <a:pt x="14" y="7"/>
                    <a:pt x="14" y="8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26" name="Google Shape;426;g3072d353d33_0_212"/>
            <p:cNvSpPr/>
            <p:nvPr/>
          </p:nvSpPr>
          <p:spPr>
            <a:xfrm>
              <a:off x="10868025" y="2805113"/>
              <a:ext cx="71438" cy="127000"/>
            </a:xfrm>
            <a:custGeom>
              <a:avLst/>
              <a:gdLst/>
              <a:ahLst/>
              <a:cxnLst/>
              <a:rect l="l" t="t" r="r" b="b"/>
              <a:pathLst>
                <a:path w="19" h="34" extrusionOk="0">
                  <a:moveTo>
                    <a:pt x="3" y="12"/>
                  </a:moveTo>
                  <a:cubicBezTo>
                    <a:pt x="3" y="12"/>
                    <a:pt x="3" y="12"/>
                    <a:pt x="3" y="12"/>
                  </a:cubicBezTo>
                  <a:cubicBezTo>
                    <a:pt x="7" y="24"/>
                    <a:pt x="0" y="34"/>
                    <a:pt x="0" y="34"/>
                  </a:cubicBezTo>
                  <a:cubicBezTo>
                    <a:pt x="17" y="21"/>
                    <a:pt x="19" y="14"/>
                    <a:pt x="19" y="10"/>
                  </a:cubicBezTo>
                  <a:cubicBezTo>
                    <a:pt x="19" y="5"/>
                    <a:pt x="16" y="0"/>
                    <a:pt x="11" y="0"/>
                  </a:cubicBezTo>
                  <a:cubicBezTo>
                    <a:pt x="6" y="0"/>
                    <a:pt x="2" y="3"/>
                    <a:pt x="2" y="8"/>
                  </a:cubicBezTo>
                  <a:cubicBezTo>
                    <a:pt x="2" y="10"/>
                    <a:pt x="2" y="11"/>
                    <a:pt x="3" y="12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27" name="Google Shape;427;g3072d353d33_0_212"/>
            <p:cNvSpPr/>
            <p:nvPr/>
          </p:nvSpPr>
          <p:spPr>
            <a:xfrm>
              <a:off x="10980738" y="2778125"/>
              <a:ext cx="77788" cy="139700"/>
            </a:xfrm>
            <a:custGeom>
              <a:avLst/>
              <a:gdLst/>
              <a:ahLst/>
              <a:cxnLst/>
              <a:rect l="l" t="t" r="r" b="b"/>
              <a:pathLst>
                <a:path w="21" h="37" extrusionOk="0">
                  <a:moveTo>
                    <a:pt x="4" y="17"/>
                  </a:moveTo>
                  <a:cubicBezTo>
                    <a:pt x="4" y="17"/>
                    <a:pt x="4" y="17"/>
                    <a:pt x="4" y="17"/>
                  </a:cubicBezTo>
                  <a:cubicBezTo>
                    <a:pt x="13" y="25"/>
                    <a:pt x="12" y="37"/>
                    <a:pt x="12" y="37"/>
                  </a:cubicBezTo>
                  <a:cubicBezTo>
                    <a:pt x="21" y="17"/>
                    <a:pt x="18" y="10"/>
                    <a:pt x="17" y="6"/>
                  </a:cubicBezTo>
                  <a:cubicBezTo>
                    <a:pt x="15" y="2"/>
                    <a:pt x="10" y="0"/>
                    <a:pt x="6" y="2"/>
                  </a:cubicBezTo>
                  <a:cubicBezTo>
                    <a:pt x="1" y="4"/>
                    <a:pt x="0" y="9"/>
                    <a:pt x="1" y="13"/>
                  </a:cubicBezTo>
                  <a:cubicBezTo>
                    <a:pt x="2" y="15"/>
                    <a:pt x="3" y="16"/>
                    <a:pt x="4" y="17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28" name="Google Shape;428;g3072d353d33_0_212"/>
            <p:cNvSpPr/>
            <p:nvPr/>
          </p:nvSpPr>
          <p:spPr>
            <a:xfrm>
              <a:off x="11052175" y="2695575"/>
              <a:ext cx="101600" cy="123825"/>
            </a:xfrm>
            <a:custGeom>
              <a:avLst/>
              <a:gdLst/>
              <a:ahLst/>
              <a:cxnLst/>
              <a:rect l="l" t="t" r="r" b="b"/>
              <a:pathLst>
                <a:path w="27" h="33" extrusionOk="0">
                  <a:moveTo>
                    <a:pt x="9" y="19"/>
                  </a:moveTo>
                  <a:cubicBezTo>
                    <a:pt x="9" y="19"/>
                    <a:pt x="9" y="19"/>
                    <a:pt x="9" y="19"/>
                  </a:cubicBezTo>
                  <a:cubicBezTo>
                    <a:pt x="22" y="21"/>
                    <a:pt x="27" y="33"/>
                    <a:pt x="27" y="33"/>
                  </a:cubicBezTo>
                  <a:cubicBezTo>
                    <a:pt x="25" y="11"/>
                    <a:pt x="19" y="6"/>
                    <a:pt x="15" y="4"/>
                  </a:cubicBezTo>
                  <a:cubicBezTo>
                    <a:pt x="11" y="0"/>
                    <a:pt x="6" y="2"/>
                    <a:pt x="3" y="6"/>
                  </a:cubicBezTo>
                  <a:cubicBezTo>
                    <a:pt x="0" y="9"/>
                    <a:pt x="1" y="15"/>
                    <a:pt x="5" y="18"/>
                  </a:cubicBezTo>
                  <a:cubicBezTo>
                    <a:pt x="7" y="19"/>
                    <a:pt x="8" y="19"/>
                    <a:pt x="9" y="19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29" name="Google Shape;429;g3072d353d33_0_212"/>
            <p:cNvSpPr/>
            <p:nvPr/>
          </p:nvSpPr>
          <p:spPr>
            <a:xfrm>
              <a:off x="11077575" y="2595563"/>
              <a:ext cx="131763" cy="63500"/>
            </a:xfrm>
            <a:custGeom>
              <a:avLst/>
              <a:gdLst/>
              <a:ahLst/>
              <a:cxnLst/>
              <a:rect l="l" t="t" r="r" b="b"/>
              <a:pathLst>
                <a:path w="35" h="17" extrusionOk="0">
                  <a:moveTo>
                    <a:pt x="13" y="16"/>
                  </a:moveTo>
                  <a:cubicBezTo>
                    <a:pt x="13" y="16"/>
                    <a:pt x="13" y="16"/>
                    <a:pt x="13" y="16"/>
                  </a:cubicBezTo>
                  <a:cubicBezTo>
                    <a:pt x="24" y="11"/>
                    <a:pt x="35" y="17"/>
                    <a:pt x="35" y="17"/>
                  </a:cubicBezTo>
                  <a:cubicBezTo>
                    <a:pt x="21" y="1"/>
                    <a:pt x="13" y="0"/>
                    <a:pt x="9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13"/>
                    <a:pt x="4" y="17"/>
                    <a:pt x="9" y="17"/>
                  </a:cubicBezTo>
                  <a:cubicBezTo>
                    <a:pt x="10" y="17"/>
                    <a:pt x="12" y="17"/>
                    <a:pt x="13" y="16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30" name="Google Shape;430;g3072d353d33_0_212"/>
            <p:cNvSpPr/>
            <p:nvPr/>
          </p:nvSpPr>
          <p:spPr>
            <a:xfrm>
              <a:off x="11052175" y="2474913"/>
              <a:ext cx="138113" cy="85725"/>
            </a:xfrm>
            <a:custGeom>
              <a:avLst/>
              <a:gdLst/>
              <a:ahLst/>
              <a:cxnLst/>
              <a:rect l="l" t="t" r="r" b="b"/>
              <a:pathLst>
                <a:path w="37" h="23" extrusionOk="0">
                  <a:moveTo>
                    <a:pt x="18" y="18"/>
                  </a:moveTo>
                  <a:cubicBezTo>
                    <a:pt x="18" y="18"/>
                    <a:pt x="18" y="18"/>
                    <a:pt x="18" y="18"/>
                  </a:cubicBezTo>
                  <a:cubicBezTo>
                    <a:pt x="25" y="7"/>
                    <a:pt x="37" y="8"/>
                    <a:pt x="37" y="8"/>
                  </a:cubicBezTo>
                  <a:cubicBezTo>
                    <a:pt x="17" y="0"/>
                    <a:pt x="10" y="4"/>
                    <a:pt x="6" y="6"/>
                  </a:cubicBezTo>
                  <a:cubicBezTo>
                    <a:pt x="2" y="8"/>
                    <a:pt x="0" y="13"/>
                    <a:pt x="3" y="17"/>
                  </a:cubicBezTo>
                  <a:cubicBezTo>
                    <a:pt x="5" y="21"/>
                    <a:pt x="10" y="23"/>
                    <a:pt x="15" y="21"/>
                  </a:cubicBezTo>
                  <a:cubicBezTo>
                    <a:pt x="16" y="20"/>
                    <a:pt x="17" y="19"/>
                    <a:pt x="18" y="18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31" name="Google Shape;431;g3072d353d33_0_212"/>
            <p:cNvSpPr/>
            <p:nvPr/>
          </p:nvSpPr>
          <p:spPr>
            <a:xfrm>
              <a:off x="10972800" y="2381250"/>
              <a:ext cx="112713" cy="101600"/>
            </a:xfrm>
            <a:custGeom>
              <a:avLst/>
              <a:gdLst/>
              <a:ahLst/>
              <a:cxnLst/>
              <a:rect l="l" t="t" r="r" b="b"/>
              <a:pathLst>
                <a:path w="30" h="27" extrusionOk="0">
                  <a:moveTo>
                    <a:pt x="19" y="18"/>
                  </a:moveTo>
                  <a:cubicBezTo>
                    <a:pt x="19" y="18"/>
                    <a:pt x="19" y="18"/>
                    <a:pt x="19" y="18"/>
                  </a:cubicBezTo>
                  <a:cubicBezTo>
                    <a:pt x="20" y="6"/>
                    <a:pt x="30" y="0"/>
                    <a:pt x="30" y="0"/>
                  </a:cubicBezTo>
                  <a:cubicBezTo>
                    <a:pt x="10" y="4"/>
                    <a:pt x="5" y="10"/>
                    <a:pt x="3" y="13"/>
                  </a:cubicBezTo>
                  <a:cubicBezTo>
                    <a:pt x="0" y="17"/>
                    <a:pt x="2" y="23"/>
                    <a:pt x="6" y="25"/>
                  </a:cubicBezTo>
                  <a:cubicBezTo>
                    <a:pt x="10" y="27"/>
                    <a:pt x="15" y="26"/>
                    <a:pt x="17" y="22"/>
                  </a:cubicBezTo>
                  <a:cubicBezTo>
                    <a:pt x="18" y="21"/>
                    <a:pt x="19" y="19"/>
                    <a:pt x="19" y="18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sp>
        <p:nvSpPr>
          <p:cNvPr id="9902" name="OctoAccentLine"/>
          <p:cNvSpPr>
            <a:spLocks noGrp="1"/>
          </p:cNvSpPr>
          <p:nvPr/>
        </p:nvSpPr>
        <p:spPr>
          <a:xfrm>
            <a:off x="0" y="480060"/>
            <a:ext cx="9144000" cy="19050"/>
          </a:xfrm>
          <a:prstGeom prst="rect">
            <a:avLst/>
          </a:prstGeom>
          <a:solidFill>
            <a:srgbClr val="00D2DD"/>
          </a:solidFill>
          <a:ln>
            <a:noFill/>
          </a:ln>
        </p:spPr>
        <p:txBody>
          <a:bodyPr/>
          <a:lstStyle/>
          <a:p/>
        </p:txBody>
      </p:sp>
      <p:sp>
        <p:nvSpPr>
          <p:cNvPr id="9900" name="OctoFooter"/>
          <p:cNvSpPr txBox="1">
            <a:spLocks noGrp="1"/>
          </p:cNvSpPr>
          <p:nvPr/>
        </p:nvSpPr>
        <p:spPr>
          <a:xfrm>
            <a:off x="182880" y="4953500"/>
            <a:ext cx="7315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fr-FR" sz="600" b="0">
                <a:solidFill>
                  <a:srgbClr val="6B7A99"/>
                </a:solidFill>
                <a:latin typeface="Outfit"/>
              </a:rPr>
              <a:t>OCTO I PART OF ACCENTURE | © 2026 - All rights reserved</a:t>
            </a:r>
          </a:p>
        </p:txBody>
      </p:sp>
      <p:sp>
        <p:nvSpPr>
          <p:cNvPr id="9901" name="OctoPageCircle"/>
          <p:cNvSpPr>
            <a:spLocks noGrp="1"/>
          </p:cNvSpPr>
          <p:nvPr/>
        </p:nvSpPr>
        <p:spPr>
          <a:xfrm>
            <a:off x="8844000" y="4893500"/>
            <a:ext cx="228600" cy="228600"/>
          </a:xfrm>
          <a:prstGeom prst="ellipse">
            <a:avLst/>
          </a:prstGeom>
          <a:noFill/>
          <a:ln w="19050">
            <a:solidFill>
              <a:srgbClr val="0E2356"/>
            </a:solidFill>
          </a:ln>
        </p:spPr>
        <p:txBody>
          <a:bodyPr anchor="ctr" anchorCtr="1"/>
          <a:lstStyle/>
          <a:p>
            <a:pPr algn="ctr"/>
            <a:r>
              <a:rPr lang="fr-FR" sz="700" b="0">
                <a:solidFill>
                  <a:srgbClr val="0E2356"/>
                </a:solidFill>
                <a:latin typeface="Outfit"/>
              </a:rPr>
              <a:t>2</a:t>
            </a:r>
          </a:p>
        </p:txBody>
      </p:sp>
    </p:spTree>
  </p:cSld>
  <p:clrMapOvr>
    <a:masterClrMapping/>
  </p:clrMapOvr>
</p:sld>
</file>

<file path=ppt\slides\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g3072d353d33_0_216"/>
          <p:cNvSpPr txBox="1">
            <a:spLocks noGrp="1"/>
          </p:cNvSpPr>
          <p:nvPr>
            <p:ph type="title"/>
          </p:nvPr>
        </p:nvSpPr>
        <p:spPr>
          <a:xfrm>
            <a:off x="899592" y="194400"/>
            <a:ext cx="7704900" cy="3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Outfit"/>
              <a:buNone/>
            </a:pPr>
            <a:r>
              <a:rPr lang="en-US" sz="1800" b="1"/>
              <a:t>COMOP - Focus incidentologie / recette</a:t>
            </a:r>
            <a:endParaRPr sz="1800" b="1"/>
          </a:p>
        </p:txBody>
      </p:sp>
      <p:sp>
        <p:nvSpPr>
          <p:cNvPr id="437" name="Google Shape;437;g3072d353d33_0_216"/>
          <p:cNvSpPr/>
          <p:nvPr/>
        </p:nvSpPr>
        <p:spPr>
          <a:xfrm>
            <a:off x="0" y="687600"/>
            <a:ext cx="9144000" cy="754500"/>
          </a:xfrm>
          <a:prstGeom prst="rect">
            <a:avLst/>
          </a:prstGeom>
          <a:solidFill>
            <a:srgbClr val="EEF8F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FFFFFF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grpSp>
        <p:nvGrpSpPr>
          <p:cNvPr id="438" name="Google Shape;438;g3072d353d33_0_216"/>
          <p:cNvGrpSpPr/>
          <p:nvPr/>
        </p:nvGrpSpPr>
        <p:grpSpPr>
          <a:xfrm>
            <a:off x="124925" y="1558763"/>
            <a:ext cx="6064454" cy="3266113"/>
            <a:chOff x="95066" y="1088073"/>
            <a:chExt cx="3286255" cy="1079101"/>
          </a:xfrm>
        </p:grpSpPr>
        <p:sp>
          <p:nvSpPr>
            <p:cNvPr id="439" name="Google Shape;439;g3072d353d33_0_216"/>
            <p:cNvSpPr txBox="1"/>
            <p:nvPr/>
          </p:nvSpPr>
          <p:spPr>
            <a:xfrm>
              <a:off x="95066" y="1088073"/>
              <a:ext cx="3253800" cy="7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2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E2356"/>
                </a:buClr>
                <a:buSzPts val="800"/>
                <a:buFont typeface="Outfit"/>
                <a:buNone/>
              </a:pPr>
              <a:r>
                <a:rPr lang="en-US" sz="800" b="1">
                  <a:solidFill>
                    <a:srgbClr val="0E2356"/>
                  </a:solidFill>
                </a:rPr>
                <a:t>FAITS MARQUANTS RETOUR R7 SUR LA PÉRIODE</a:t>
              </a:r>
              <a:endPara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40" name="Google Shape;440;g3072d353d33_0_216"/>
            <p:cNvSpPr/>
            <p:nvPr/>
          </p:nvSpPr>
          <p:spPr>
            <a:xfrm>
              <a:off x="136521" y="1161574"/>
              <a:ext cx="3244800" cy="1005600"/>
            </a:xfrm>
            <a:prstGeom prst="rect">
              <a:avLst/>
            </a:prstGeom>
            <a:solidFill>
              <a:srgbClr val="FFFFFF"/>
            </a:solidFill>
            <a:ln w="9525" cap="flat" cmpd="sng">
              <a:solidFill>
                <a:srgbClr val="0E2356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E2356"/>
                </a:buClr>
                <a:buSzPts val="700"/>
                <a:buFont typeface="Outfit"/>
                <a:buNone/>
              </a:pPr>
              <a:r>
                <a:rPr lang="en-US" sz="70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rPr>
                <a:t>{{type_focus}} - {{faits_marquants_incidentologie_recette}}</a:t>
              </a:r>
              <a:endPara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700"/>
                <a:buFont typeface="Outfit"/>
                <a:buNone/>
              </a:pPr>
              <a:endParaRPr sz="7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700"/>
                <a:buFont typeface="Outfit"/>
                <a:buNone/>
              </a:pPr>
              <a:endParaRPr sz="7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700"/>
                <a:buFont typeface="Outfit"/>
                <a:buNone/>
              </a:pPr>
              <a:endParaRPr sz="7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700"/>
                <a:buFont typeface="Outfit"/>
                <a:buNone/>
              </a:pPr>
              <a:endParaRPr sz="7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700"/>
                <a:buFont typeface="Outfit"/>
                <a:buNone/>
              </a:pPr>
              <a:endParaRPr sz="7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sp>
        <p:nvSpPr>
          <p:cNvPr id="441" name="Google Shape;441;g3072d353d33_0_216"/>
          <p:cNvSpPr txBox="1"/>
          <p:nvPr/>
        </p:nvSpPr>
        <p:spPr>
          <a:xfrm>
            <a:off x="6299423" y="1540450"/>
            <a:ext cx="2769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800"/>
              <a:buFont typeface="Outfit"/>
              <a:buNone/>
            </a:pPr>
            <a:r>
              <a:rPr lang="en-US" sz="800" b="1">
                <a:solidFill>
                  <a:srgbClr val="0E2356"/>
                </a:solidFill>
              </a:rPr>
              <a:t>Indicateurs traitement des retour de R7 </a:t>
            </a:r>
            <a:endParaRPr sz="14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42" name="Google Shape;442;g3072d353d33_0_216"/>
          <p:cNvSpPr/>
          <p:nvPr/>
        </p:nvSpPr>
        <p:spPr>
          <a:xfrm>
            <a:off x="6313045" y="1743601"/>
            <a:ext cx="2769600" cy="9453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0E235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00"/>
              <a:buFont typeface="Outfit"/>
              <a:buNone/>
            </a:pPr>
            <a:r>
              <a:rPr lang="en-US" sz="7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{{commentaire_indicateurs_incidentologie_recette}} - {{commentaire_evolution}}</a:t>
            </a:r>
            <a:endParaRPr sz="14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Outfit"/>
              <a:buNone/>
            </a:pPr>
            <a:endParaRPr sz="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Outfit"/>
              <a:buNone/>
            </a:pPr>
            <a:endParaRPr sz="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Outfit"/>
              <a:buNone/>
            </a:pPr>
            <a:endParaRPr sz="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Outfit"/>
              <a:buNone/>
            </a:pPr>
            <a:endParaRPr sz="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43" name="Google Shape;443;g3072d353d33_0_216"/>
          <p:cNvSpPr/>
          <p:nvPr/>
        </p:nvSpPr>
        <p:spPr>
          <a:xfrm>
            <a:off x="6312750" y="1743600"/>
            <a:ext cx="2769600" cy="30813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0E235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00"/>
              <a:buFont typeface="Outfit"/>
              <a:buNone/>
            </a:pPr>
            <a:endParaRPr sz="14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Outfit"/>
              <a:buNone/>
            </a:pPr>
            <a:endParaRPr sz="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Outfit"/>
              <a:buNone/>
            </a:pPr>
            <a:endParaRPr sz="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Outfit"/>
              <a:buNone/>
            </a:pPr>
            <a:endParaRPr sz="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Outfit"/>
              <a:buNone/>
            </a:pPr>
            <a:endParaRPr sz="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44" name="Google Shape;444;g3072d353d33_0_216"/>
          <p:cNvSpPr/>
          <p:nvPr/>
        </p:nvSpPr>
        <p:spPr>
          <a:xfrm>
            <a:off x="331150" y="801875"/>
            <a:ext cx="4829100" cy="486900"/>
          </a:xfrm>
          <a:prstGeom prst="rect">
            <a:avLst/>
          </a:prstGeom>
          <a:solidFill>
            <a:srgbClr val="0E235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Outfit"/>
              <a:buNone/>
            </a:pPr>
            <a:r>
              <a:rPr lang="en-US" sz="1000" b="1">
                <a:solidFill>
                  <a:srgbClr val="FFFFFF"/>
                </a:solidFill>
              </a:rPr>
              <a:t>Periode du {{periode_debut}} au {{periode_fin}}</a:t>
            </a:r>
            <a:endParaRPr sz="14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45" name="Google Shape;445;g3072d353d33_0_216"/>
          <p:cNvSpPr txBox="1"/>
          <p:nvPr/>
        </p:nvSpPr>
        <p:spPr>
          <a:xfrm>
            <a:off x="6436050" y="1854200"/>
            <a:ext cx="2471700" cy="94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chemeClr val="dk1"/>
                </a:solidFill>
              </a:rPr>
              <a:t>Exemple :</a:t>
            </a:r>
            <a:endParaRPr sz="800">
              <a:solidFill>
                <a:schemeClr val="dk1"/>
              </a:solidFill>
            </a:endParaRPr>
          </a:p>
          <a:p>
            <a:pPr marL="457200" lvl="0" indent="-2794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-"/>
            </a:pPr>
            <a:r>
              <a:rPr lang="en-US" sz="800">
                <a:solidFill>
                  <a:schemeClr val="dk1"/>
                </a:solidFill>
              </a:rPr>
              <a:t>Tickets crees : {{tickets_crees}} | traites : {{tickets_traites}} | non traites : {{tickets_non_traites}}</a:t>
            </a:r>
            <a:endParaRPr sz="800">
              <a:solidFill>
                <a:schemeClr val="dk1"/>
              </a:solidFill>
            </a:endParaRPr>
          </a:p>
          <a:p>
            <a:pPr marL="457200" lvl="0" indent="-2794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-"/>
            </a:pPr>
            <a:r>
              <a:rPr lang="en-US" sz="800">
                <a:solidFill>
                  <a:schemeClr val="dk1"/>
                </a:solidFill>
              </a:rPr>
              <a:t>{{impacts_metiers}} - {{actions_resolution}}</a:t>
            </a:r>
            <a:endParaRPr sz="800">
              <a:solidFill>
                <a:schemeClr val="dk1"/>
              </a:solidFill>
            </a:endParaRPr>
          </a:p>
        </p:txBody>
      </p:sp>
      <p:grpSp>
        <p:nvGrpSpPr>
          <p:cNvPr id="446" name="Google Shape;446;g3072d353d33_0_216"/>
          <p:cNvGrpSpPr/>
          <p:nvPr/>
        </p:nvGrpSpPr>
        <p:grpSpPr>
          <a:xfrm>
            <a:off x="8381581" y="753221"/>
            <a:ext cx="583929" cy="579378"/>
            <a:chOff x="10598150" y="2325688"/>
            <a:chExt cx="611188" cy="606425"/>
          </a:xfrm>
        </p:grpSpPr>
        <p:sp>
          <p:nvSpPr>
            <p:cNvPr id="447" name="Google Shape;447;g3072d353d33_0_216"/>
            <p:cNvSpPr/>
            <p:nvPr/>
          </p:nvSpPr>
          <p:spPr>
            <a:xfrm>
              <a:off x="10763250" y="2482850"/>
              <a:ext cx="281100" cy="2889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0D2DD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48" name="Google Shape;448;g3072d353d33_0_216"/>
            <p:cNvSpPr/>
            <p:nvPr/>
          </p:nvSpPr>
          <p:spPr>
            <a:xfrm>
              <a:off x="10871200" y="2325688"/>
              <a:ext cx="63500" cy="130175"/>
            </a:xfrm>
            <a:custGeom>
              <a:avLst/>
              <a:gdLst/>
              <a:ahLst/>
              <a:cxnLst/>
              <a:rect l="l" t="t" r="r" b="b"/>
              <a:pathLst>
                <a:path w="17" h="35" extrusionOk="0">
                  <a:moveTo>
                    <a:pt x="16" y="22"/>
                  </a:moveTo>
                  <a:cubicBezTo>
                    <a:pt x="16" y="22"/>
                    <a:pt x="16" y="22"/>
                    <a:pt x="16" y="22"/>
                  </a:cubicBezTo>
                  <a:cubicBezTo>
                    <a:pt x="11" y="11"/>
                    <a:pt x="17" y="0"/>
                    <a:pt x="17" y="0"/>
                  </a:cubicBezTo>
                  <a:cubicBezTo>
                    <a:pt x="1" y="14"/>
                    <a:pt x="0" y="22"/>
                    <a:pt x="0" y="26"/>
                  </a:cubicBezTo>
                  <a:cubicBezTo>
                    <a:pt x="0" y="31"/>
                    <a:pt x="4" y="35"/>
                    <a:pt x="9" y="35"/>
                  </a:cubicBezTo>
                  <a:cubicBezTo>
                    <a:pt x="13" y="35"/>
                    <a:pt x="17" y="31"/>
                    <a:pt x="17" y="26"/>
                  </a:cubicBezTo>
                  <a:cubicBezTo>
                    <a:pt x="17" y="25"/>
                    <a:pt x="17" y="23"/>
                    <a:pt x="16" y="22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49" name="Google Shape;449;g3072d353d33_0_216"/>
            <p:cNvSpPr/>
            <p:nvPr/>
          </p:nvSpPr>
          <p:spPr>
            <a:xfrm>
              <a:off x="10755313" y="2339975"/>
              <a:ext cx="79375" cy="138113"/>
            </a:xfrm>
            <a:custGeom>
              <a:avLst/>
              <a:gdLst/>
              <a:ahLst/>
              <a:cxnLst/>
              <a:rect l="l" t="t" r="r" b="b"/>
              <a:pathLst>
                <a:path w="21" h="37" extrusionOk="0">
                  <a:moveTo>
                    <a:pt x="17" y="21"/>
                  </a:moveTo>
                  <a:cubicBezTo>
                    <a:pt x="17" y="21"/>
                    <a:pt x="17" y="21"/>
                    <a:pt x="17" y="21"/>
                  </a:cubicBezTo>
                  <a:cubicBezTo>
                    <a:pt x="8" y="12"/>
                    <a:pt x="9" y="0"/>
                    <a:pt x="9" y="0"/>
                  </a:cubicBezTo>
                  <a:cubicBezTo>
                    <a:pt x="0" y="19"/>
                    <a:pt x="2" y="27"/>
                    <a:pt x="4" y="31"/>
                  </a:cubicBezTo>
                  <a:cubicBezTo>
                    <a:pt x="6" y="35"/>
                    <a:pt x="10" y="37"/>
                    <a:pt x="15" y="35"/>
                  </a:cubicBezTo>
                  <a:cubicBezTo>
                    <a:pt x="19" y="33"/>
                    <a:pt x="21" y="28"/>
                    <a:pt x="19" y="24"/>
                  </a:cubicBezTo>
                  <a:cubicBezTo>
                    <a:pt x="19" y="23"/>
                    <a:pt x="18" y="21"/>
                    <a:pt x="17" y="21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50" name="Google Shape;450;g3072d353d33_0_216"/>
            <p:cNvSpPr/>
            <p:nvPr/>
          </p:nvSpPr>
          <p:spPr>
            <a:xfrm>
              <a:off x="10658475" y="2436813"/>
              <a:ext cx="96838" cy="120650"/>
            </a:xfrm>
            <a:custGeom>
              <a:avLst/>
              <a:gdLst/>
              <a:ahLst/>
              <a:cxnLst/>
              <a:rect l="l" t="t" r="r" b="b"/>
              <a:pathLst>
                <a:path w="26" h="32" extrusionOk="0">
                  <a:moveTo>
                    <a:pt x="18" y="14"/>
                  </a:moveTo>
                  <a:cubicBezTo>
                    <a:pt x="18" y="14"/>
                    <a:pt x="18" y="14"/>
                    <a:pt x="18" y="14"/>
                  </a:cubicBezTo>
                  <a:cubicBezTo>
                    <a:pt x="5" y="11"/>
                    <a:pt x="0" y="0"/>
                    <a:pt x="0" y="0"/>
                  </a:cubicBezTo>
                  <a:cubicBezTo>
                    <a:pt x="3" y="21"/>
                    <a:pt x="8" y="27"/>
                    <a:pt x="12" y="29"/>
                  </a:cubicBezTo>
                  <a:cubicBezTo>
                    <a:pt x="15" y="32"/>
                    <a:pt x="21" y="31"/>
                    <a:pt x="24" y="27"/>
                  </a:cubicBezTo>
                  <a:cubicBezTo>
                    <a:pt x="26" y="23"/>
                    <a:pt x="25" y="18"/>
                    <a:pt x="22" y="15"/>
                  </a:cubicBezTo>
                  <a:cubicBezTo>
                    <a:pt x="20" y="14"/>
                    <a:pt x="19" y="14"/>
                    <a:pt x="18" y="14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51" name="Google Shape;451;g3072d353d33_0_216"/>
            <p:cNvSpPr/>
            <p:nvPr/>
          </p:nvSpPr>
          <p:spPr>
            <a:xfrm>
              <a:off x="10598150" y="2590800"/>
              <a:ext cx="127000" cy="71438"/>
            </a:xfrm>
            <a:custGeom>
              <a:avLst/>
              <a:gdLst/>
              <a:ahLst/>
              <a:cxnLst/>
              <a:rect l="l" t="t" r="r" b="b"/>
              <a:pathLst>
                <a:path w="34" h="19" extrusionOk="0">
                  <a:moveTo>
                    <a:pt x="21" y="3"/>
                  </a:moveTo>
                  <a:cubicBezTo>
                    <a:pt x="21" y="3"/>
                    <a:pt x="21" y="3"/>
                    <a:pt x="21" y="3"/>
                  </a:cubicBezTo>
                  <a:cubicBezTo>
                    <a:pt x="10" y="7"/>
                    <a:pt x="0" y="0"/>
                    <a:pt x="0" y="0"/>
                  </a:cubicBezTo>
                  <a:cubicBezTo>
                    <a:pt x="13" y="17"/>
                    <a:pt x="20" y="18"/>
                    <a:pt x="24" y="19"/>
                  </a:cubicBezTo>
                  <a:cubicBezTo>
                    <a:pt x="29" y="19"/>
                    <a:pt x="33" y="16"/>
                    <a:pt x="33" y="11"/>
                  </a:cubicBezTo>
                  <a:cubicBezTo>
                    <a:pt x="34" y="6"/>
                    <a:pt x="30" y="2"/>
                    <a:pt x="26" y="2"/>
                  </a:cubicBezTo>
                  <a:cubicBezTo>
                    <a:pt x="24" y="2"/>
                    <a:pt x="23" y="2"/>
                    <a:pt x="21" y="3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52" name="Google Shape;452;g3072d353d33_0_216"/>
            <p:cNvSpPr/>
            <p:nvPr/>
          </p:nvSpPr>
          <p:spPr>
            <a:xfrm>
              <a:off x="10620375" y="2700338"/>
              <a:ext cx="134938" cy="82550"/>
            </a:xfrm>
            <a:custGeom>
              <a:avLst/>
              <a:gdLst/>
              <a:ahLst/>
              <a:cxnLst/>
              <a:rect l="l" t="t" r="r" b="b"/>
              <a:pathLst>
                <a:path w="36" h="22" extrusionOk="0">
                  <a:moveTo>
                    <a:pt x="20" y="5"/>
                  </a:moveTo>
                  <a:cubicBezTo>
                    <a:pt x="20" y="5"/>
                    <a:pt x="20" y="5"/>
                    <a:pt x="20" y="5"/>
                  </a:cubicBezTo>
                  <a:cubicBezTo>
                    <a:pt x="12" y="14"/>
                    <a:pt x="0" y="13"/>
                    <a:pt x="0" y="13"/>
                  </a:cubicBezTo>
                  <a:cubicBezTo>
                    <a:pt x="19" y="22"/>
                    <a:pt x="27" y="20"/>
                    <a:pt x="30" y="18"/>
                  </a:cubicBezTo>
                  <a:cubicBezTo>
                    <a:pt x="34" y="16"/>
                    <a:pt x="36" y="11"/>
                    <a:pt x="34" y="7"/>
                  </a:cubicBezTo>
                  <a:cubicBezTo>
                    <a:pt x="32" y="2"/>
                    <a:pt x="27" y="0"/>
                    <a:pt x="23" y="2"/>
                  </a:cubicBezTo>
                  <a:cubicBezTo>
                    <a:pt x="22" y="3"/>
                    <a:pt x="21" y="4"/>
                    <a:pt x="20" y="5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53" name="Google Shape;453;g3072d353d33_0_216"/>
            <p:cNvSpPr/>
            <p:nvPr/>
          </p:nvSpPr>
          <p:spPr>
            <a:xfrm>
              <a:off x="10717213" y="2778125"/>
              <a:ext cx="120650" cy="98425"/>
            </a:xfrm>
            <a:custGeom>
              <a:avLst/>
              <a:gdLst/>
              <a:ahLst/>
              <a:cxnLst/>
              <a:rect l="l" t="t" r="r" b="b"/>
              <a:pathLst>
                <a:path w="32" h="26" extrusionOk="0">
                  <a:moveTo>
                    <a:pt x="14" y="8"/>
                  </a:moveTo>
                  <a:cubicBezTo>
                    <a:pt x="14" y="8"/>
                    <a:pt x="14" y="8"/>
                    <a:pt x="14" y="8"/>
                  </a:cubicBezTo>
                  <a:cubicBezTo>
                    <a:pt x="11" y="20"/>
                    <a:pt x="0" y="26"/>
                    <a:pt x="0" y="26"/>
                  </a:cubicBezTo>
                  <a:cubicBezTo>
                    <a:pt x="21" y="23"/>
                    <a:pt x="27" y="17"/>
                    <a:pt x="29" y="14"/>
                  </a:cubicBezTo>
                  <a:cubicBezTo>
                    <a:pt x="32" y="10"/>
                    <a:pt x="31" y="5"/>
                    <a:pt x="27" y="2"/>
                  </a:cubicBezTo>
                  <a:cubicBezTo>
                    <a:pt x="23" y="0"/>
                    <a:pt x="18" y="1"/>
                    <a:pt x="15" y="4"/>
                  </a:cubicBezTo>
                  <a:cubicBezTo>
                    <a:pt x="14" y="6"/>
                    <a:pt x="14" y="7"/>
                    <a:pt x="14" y="8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54" name="Google Shape;454;g3072d353d33_0_216"/>
            <p:cNvSpPr/>
            <p:nvPr/>
          </p:nvSpPr>
          <p:spPr>
            <a:xfrm>
              <a:off x="10868025" y="2805113"/>
              <a:ext cx="71438" cy="127000"/>
            </a:xfrm>
            <a:custGeom>
              <a:avLst/>
              <a:gdLst/>
              <a:ahLst/>
              <a:cxnLst/>
              <a:rect l="l" t="t" r="r" b="b"/>
              <a:pathLst>
                <a:path w="19" h="34" extrusionOk="0">
                  <a:moveTo>
                    <a:pt x="3" y="12"/>
                  </a:moveTo>
                  <a:cubicBezTo>
                    <a:pt x="3" y="12"/>
                    <a:pt x="3" y="12"/>
                    <a:pt x="3" y="12"/>
                  </a:cubicBezTo>
                  <a:cubicBezTo>
                    <a:pt x="7" y="24"/>
                    <a:pt x="0" y="34"/>
                    <a:pt x="0" y="34"/>
                  </a:cubicBezTo>
                  <a:cubicBezTo>
                    <a:pt x="17" y="21"/>
                    <a:pt x="19" y="14"/>
                    <a:pt x="19" y="10"/>
                  </a:cubicBezTo>
                  <a:cubicBezTo>
                    <a:pt x="19" y="5"/>
                    <a:pt x="16" y="0"/>
                    <a:pt x="11" y="0"/>
                  </a:cubicBezTo>
                  <a:cubicBezTo>
                    <a:pt x="6" y="0"/>
                    <a:pt x="2" y="3"/>
                    <a:pt x="2" y="8"/>
                  </a:cubicBezTo>
                  <a:cubicBezTo>
                    <a:pt x="2" y="10"/>
                    <a:pt x="2" y="11"/>
                    <a:pt x="3" y="12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55" name="Google Shape;455;g3072d353d33_0_216"/>
            <p:cNvSpPr/>
            <p:nvPr/>
          </p:nvSpPr>
          <p:spPr>
            <a:xfrm>
              <a:off x="10980738" y="2778125"/>
              <a:ext cx="77788" cy="139700"/>
            </a:xfrm>
            <a:custGeom>
              <a:avLst/>
              <a:gdLst/>
              <a:ahLst/>
              <a:cxnLst/>
              <a:rect l="l" t="t" r="r" b="b"/>
              <a:pathLst>
                <a:path w="21" h="37" extrusionOk="0">
                  <a:moveTo>
                    <a:pt x="4" y="17"/>
                  </a:moveTo>
                  <a:cubicBezTo>
                    <a:pt x="4" y="17"/>
                    <a:pt x="4" y="17"/>
                    <a:pt x="4" y="17"/>
                  </a:cubicBezTo>
                  <a:cubicBezTo>
                    <a:pt x="13" y="25"/>
                    <a:pt x="12" y="37"/>
                    <a:pt x="12" y="37"/>
                  </a:cubicBezTo>
                  <a:cubicBezTo>
                    <a:pt x="21" y="17"/>
                    <a:pt x="18" y="10"/>
                    <a:pt x="17" y="6"/>
                  </a:cubicBezTo>
                  <a:cubicBezTo>
                    <a:pt x="15" y="2"/>
                    <a:pt x="10" y="0"/>
                    <a:pt x="6" y="2"/>
                  </a:cubicBezTo>
                  <a:cubicBezTo>
                    <a:pt x="1" y="4"/>
                    <a:pt x="0" y="9"/>
                    <a:pt x="1" y="13"/>
                  </a:cubicBezTo>
                  <a:cubicBezTo>
                    <a:pt x="2" y="15"/>
                    <a:pt x="3" y="16"/>
                    <a:pt x="4" y="17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56" name="Google Shape;456;g3072d353d33_0_216"/>
            <p:cNvSpPr/>
            <p:nvPr/>
          </p:nvSpPr>
          <p:spPr>
            <a:xfrm>
              <a:off x="11052175" y="2695575"/>
              <a:ext cx="101600" cy="123825"/>
            </a:xfrm>
            <a:custGeom>
              <a:avLst/>
              <a:gdLst/>
              <a:ahLst/>
              <a:cxnLst/>
              <a:rect l="l" t="t" r="r" b="b"/>
              <a:pathLst>
                <a:path w="27" h="33" extrusionOk="0">
                  <a:moveTo>
                    <a:pt x="9" y="19"/>
                  </a:moveTo>
                  <a:cubicBezTo>
                    <a:pt x="9" y="19"/>
                    <a:pt x="9" y="19"/>
                    <a:pt x="9" y="19"/>
                  </a:cubicBezTo>
                  <a:cubicBezTo>
                    <a:pt x="22" y="21"/>
                    <a:pt x="27" y="33"/>
                    <a:pt x="27" y="33"/>
                  </a:cubicBezTo>
                  <a:cubicBezTo>
                    <a:pt x="25" y="11"/>
                    <a:pt x="19" y="6"/>
                    <a:pt x="15" y="4"/>
                  </a:cubicBezTo>
                  <a:cubicBezTo>
                    <a:pt x="11" y="0"/>
                    <a:pt x="6" y="2"/>
                    <a:pt x="3" y="6"/>
                  </a:cubicBezTo>
                  <a:cubicBezTo>
                    <a:pt x="0" y="9"/>
                    <a:pt x="1" y="15"/>
                    <a:pt x="5" y="18"/>
                  </a:cubicBezTo>
                  <a:cubicBezTo>
                    <a:pt x="7" y="19"/>
                    <a:pt x="8" y="19"/>
                    <a:pt x="9" y="19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57" name="Google Shape;457;g3072d353d33_0_216"/>
            <p:cNvSpPr/>
            <p:nvPr/>
          </p:nvSpPr>
          <p:spPr>
            <a:xfrm>
              <a:off x="11077575" y="2595563"/>
              <a:ext cx="131763" cy="63500"/>
            </a:xfrm>
            <a:custGeom>
              <a:avLst/>
              <a:gdLst/>
              <a:ahLst/>
              <a:cxnLst/>
              <a:rect l="l" t="t" r="r" b="b"/>
              <a:pathLst>
                <a:path w="35" h="17" extrusionOk="0">
                  <a:moveTo>
                    <a:pt x="13" y="16"/>
                  </a:moveTo>
                  <a:cubicBezTo>
                    <a:pt x="13" y="16"/>
                    <a:pt x="13" y="16"/>
                    <a:pt x="13" y="16"/>
                  </a:cubicBezTo>
                  <a:cubicBezTo>
                    <a:pt x="24" y="11"/>
                    <a:pt x="35" y="17"/>
                    <a:pt x="35" y="17"/>
                  </a:cubicBezTo>
                  <a:cubicBezTo>
                    <a:pt x="21" y="1"/>
                    <a:pt x="13" y="0"/>
                    <a:pt x="9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13"/>
                    <a:pt x="4" y="17"/>
                    <a:pt x="9" y="17"/>
                  </a:cubicBezTo>
                  <a:cubicBezTo>
                    <a:pt x="10" y="17"/>
                    <a:pt x="12" y="17"/>
                    <a:pt x="13" y="16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58" name="Google Shape;458;g3072d353d33_0_216"/>
            <p:cNvSpPr/>
            <p:nvPr/>
          </p:nvSpPr>
          <p:spPr>
            <a:xfrm>
              <a:off x="11052175" y="2474913"/>
              <a:ext cx="138113" cy="85725"/>
            </a:xfrm>
            <a:custGeom>
              <a:avLst/>
              <a:gdLst/>
              <a:ahLst/>
              <a:cxnLst/>
              <a:rect l="l" t="t" r="r" b="b"/>
              <a:pathLst>
                <a:path w="37" h="23" extrusionOk="0">
                  <a:moveTo>
                    <a:pt x="18" y="18"/>
                  </a:moveTo>
                  <a:cubicBezTo>
                    <a:pt x="18" y="18"/>
                    <a:pt x="18" y="18"/>
                    <a:pt x="18" y="18"/>
                  </a:cubicBezTo>
                  <a:cubicBezTo>
                    <a:pt x="25" y="7"/>
                    <a:pt x="37" y="8"/>
                    <a:pt x="37" y="8"/>
                  </a:cubicBezTo>
                  <a:cubicBezTo>
                    <a:pt x="17" y="0"/>
                    <a:pt x="10" y="4"/>
                    <a:pt x="6" y="6"/>
                  </a:cubicBezTo>
                  <a:cubicBezTo>
                    <a:pt x="2" y="8"/>
                    <a:pt x="0" y="13"/>
                    <a:pt x="3" y="17"/>
                  </a:cubicBezTo>
                  <a:cubicBezTo>
                    <a:pt x="5" y="21"/>
                    <a:pt x="10" y="23"/>
                    <a:pt x="15" y="21"/>
                  </a:cubicBezTo>
                  <a:cubicBezTo>
                    <a:pt x="16" y="20"/>
                    <a:pt x="17" y="19"/>
                    <a:pt x="18" y="18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59" name="Google Shape;459;g3072d353d33_0_216"/>
            <p:cNvSpPr/>
            <p:nvPr/>
          </p:nvSpPr>
          <p:spPr>
            <a:xfrm>
              <a:off x="10972800" y="2381250"/>
              <a:ext cx="112713" cy="101600"/>
            </a:xfrm>
            <a:custGeom>
              <a:avLst/>
              <a:gdLst/>
              <a:ahLst/>
              <a:cxnLst/>
              <a:rect l="l" t="t" r="r" b="b"/>
              <a:pathLst>
                <a:path w="30" h="27" extrusionOk="0">
                  <a:moveTo>
                    <a:pt x="19" y="18"/>
                  </a:moveTo>
                  <a:cubicBezTo>
                    <a:pt x="19" y="18"/>
                    <a:pt x="19" y="18"/>
                    <a:pt x="19" y="18"/>
                  </a:cubicBezTo>
                  <a:cubicBezTo>
                    <a:pt x="20" y="6"/>
                    <a:pt x="30" y="0"/>
                    <a:pt x="30" y="0"/>
                  </a:cubicBezTo>
                  <a:cubicBezTo>
                    <a:pt x="10" y="4"/>
                    <a:pt x="5" y="10"/>
                    <a:pt x="3" y="13"/>
                  </a:cubicBezTo>
                  <a:cubicBezTo>
                    <a:pt x="0" y="17"/>
                    <a:pt x="2" y="23"/>
                    <a:pt x="6" y="25"/>
                  </a:cubicBezTo>
                  <a:cubicBezTo>
                    <a:pt x="10" y="27"/>
                    <a:pt x="15" y="26"/>
                    <a:pt x="17" y="22"/>
                  </a:cubicBezTo>
                  <a:cubicBezTo>
                    <a:pt x="18" y="21"/>
                    <a:pt x="19" y="19"/>
                    <a:pt x="19" y="18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sp>
        <p:nvSpPr>
          <p:cNvPr id="460" name="Google Shape;460;g3072d353d33_0_216"/>
          <p:cNvSpPr/>
          <p:nvPr/>
        </p:nvSpPr>
        <p:spPr>
          <a:xfrm>
            <a:off x="10011107" y="3749632"/>
            <a:ext cx="293458" cy="508005"/>
          </a:xfrm>
          <a:custGeom>
            <a:avLst/>
            <a:gdLst/>
            <a:ahLst/>
            <a:cxnLst/>
            <a:rect l="l" t="t" r="r" b="b"/>
            <a:pathLst>
              <a:path w="238" h="412" extrusionOk="0">
                <a:moveTo>
                  <a:pt x="111" y="0"/>
                </a:moveTo>
                <a:lnTo>
                  <a:pt x="238" y="0"/>
                </a:lnTo>
                <a:lnTo>
                  <a:pt x="125" y="159"/>
                </a:lnTo>
                <a:lnTo>
                  <a:pt x="236" y="159"/>
                </a:lnTo>
                <a:lnTo>
                  <a:pt x="35" y="412"/>
                </a:lnTo>
                <a:lnTo>
                  <a:pt x="120" y="239"/>
                </a:lnTo>
                <a:lnTo>
                  <a:pt x="0" y="239"/>
                </a:lnTo>
                <a:lnTo>
                  <a:pt x="111" y="0"/>
                </a:lnTo>
                <a:lnTo>
                  <a:pt x="111" y="0"/>
                </a:lnTo>
                <a:close/>
              </a:path>
            </a:pathLst>
          </a:custGeom>
          <a:solidFill>
            <a:srgbClr val="80E8F0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grpSp>
        <p:nvGrpSpPr>
          <p:cNvPr id="461" name="Google Shape;461;g3072d353d33_0_216"/>
          <p:cNvGrpSpPr/>
          <p:nvPr/>
        </p:nvGrpSpPr>
        <p:grpSpPr>
          <a:xfrm>
            <a:off x="9902673" y="3124444"/>
            <a:ext cx="511039" cy="537366"/>
            <a:chOff x="9515476" y="2732088"/>
            <a:chExt cx="523874" cy="550862"/>
          </a:xfrm>
        </p:grpSpPr>
        <p:sp>
          <p:nvSpPr>
            <p:cNvPr id="462" name="Google Shape;462;g3072d353d33_0_216"/>
            <p:cNvSpPr/>
            <p:nvPr/>
          </p:nvSpPr>
          <p:spPr>
            <a:xfrm>
              <a:off x="9788525" y="3113088"/>
              <a:ext cx="68262" cy="98425"/>
            </a:xfrm>
            <a:custGeom>
              <a:avLst/>
              <a:gdLst/>
              <a:ahLst/>
              <a:cxnLst/>
              <a:rect l="l" t="t" r="r" b="b"/>
              <a:pathLst>
                <a:path w="18" h="26" extrusionOk="0">
                  <a:moveTo>
                    <a:pt x="18" y="17"/>
                  </a:moveTo>
                  <a:cubicBezTo>
                    <a:pt x="18" y="22"/>
                    <a:pt x="14" y="26"/>
                    <a:pt x="9" y="26"/>
                  </a:cubicBezTo>
                  <a:cubicBezTo>
                    <a:pt x="5" y="26"/>
                    <a:pt x="0" y="22"/>
                    <a:pt x="0" y="17"/>
                  </a:cubicBezTo>
                  <a:cubicBezTo>
                    <a:pt x="0" y="13"/>
                    <a:pt x="13" y="0"/>
                    <a:pt x="13" y="0"/>
                  </a:cubicBezTo>
                  <a:cubicBezTo>
                    <a:pt x="13" y="0"/>
                    <a:pt x="18" y="13"/>
                    <a:pt x="18" y="17"/>
                  </a:cubicBezTo>
                </a:path>
              </a:pathLst>
            </a:custGeom>
            <a:solidFill>
              <a:srgbClr val="6B7A99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63" name="Google Shape;463;g3072d353d33_0_216"/>
            <p:cNvSpPr/>
            <p:nvPr/>
          </p:nvSpPr>
          <p:spPr>
            <a:xfrm>
              <a:off x="9634538" y="3125788"/>
              <a:ext cx="52387" cy="77787"/>
            </a:xfrm>
            <a:custGeom>
              <a:avLst/>
              <a:gdLst/>
              <a:ahLst/>
              <a:cxnLst/>
              <a:rect l="l" t="t" r="r" b="b"/>
              <a:pathLst>
                <a:path w="14" h="21" extrusionOk="0">
                  <a:moveTo>
                    <a:pt x="14" y="14"/>
                  </a:moveTo>
                  <a:cubicBezTo>
                    <a:pt x="14" y="18"/>
                    <a:pt x="11" y="21"/>
                    <a:pt x="7" y="21"/>
                  </a:cubicBezTo>
                  <a:cubicBezTo>
                    <a:pt x="3" y="21"/>
                    <a:pt x="0" y="18"/>
                    <a:pt x="0" y="14"/>
                  </a:cubicBezTo>
                  <a:cubicBezTo>
                    <a:pt x="0" y="10"/>
                    <a:pt x="11" y="0"/>
                    <a:pt x="11" y="0"/>
                  </a:cubicBezTo>
                  <a:cubicBezTo>
                    <a:pt x="11" y="0"/>
                    <a:pt x="14" y="10"/>
                    <a:pt x="14" y="14"/>
                  </a:cubicBezTo>
                </a:path>
              </a:pathLst>
            </a:custGeom>
            <a:solidFill>
              <a:srgbClr val="6B7A99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64" name="Google Shape;464;g3072d353d33_0_216"/>
            <p:cNvSpPr/>
            <p:nvPr/>
          </p:nvSpPr>
          <p:spPr>
            <a:xfrm>
              <a:off x="9698038" y="3211513"/>
              <a:ext cx="52387" cy="71437"/>
            </a:xfrm>
            <a:custGeom>
              <a:avLst/>
              <a:gdLst/>
              <a:ahLst/>
              <a:cxnLst/>
              <a:rect l="l" t="t" r="r" b="b"/>
              <a:pathLst>
                <a:path w="14" h="19" extrusionOk="0">
                  <a:moveTo>
                    <a:pt x="14" y="13"/>
                  </a:moveTo>
                  <a:cubicBezTo>
                    <a:pt x="14" y="16"/>
                    <a:pt x="11" y="19"/>
                    <a:pt x="8" y="19"/>
                  </a:cubicBezTo>
                  <a:cubicBezTo>
                    <a:pt x="3" y="19"/>
                    <a:pt x="0" y="16"/>
                    <a:pt x="0" y="13"/>
                  </a:cubicBezTo>
                  <a:cubicBezTo>
                    <a:pt x="0" y="9"/>
                    <a:pt x="11" y="0"/>
                    <a:pt x="11" y="0"/>
                  </a:cubicBezTo>
                  <a:cubicBezTo>
                    <a:pt x="11" y="0"/>
                    <a:pt x="14" y="9"/>
                    <a:pt x="14" y="13"/>
                  </a:cubicBezTo>
                </a:path>
              </a:pathLst>
            </a:custGeom>
            <a:solidFill>
              <a:srgbClr val="6B7A99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65" name="Google Shape;465;g3072d353d33_0_216"/>
            <p:cNvSpPr/>
            <p:nvPr/>
          </p:nvSpPr>
          <p:spPr>
            <a:xfrm>
              <a:off x="9515476" y="2732088"/>
              <a:ext cx="523874" cy="400050"/>
            </a:xfrm>
            <a:custGeom>
              <a:avLst/>
              <a:gdLst/>
              <a:ahLst/>
              <a:cxnLst/>
              <a:rect l="l" t="t" r="r" b="b"/>
              <a:pathLst>
                <a:path w="140" h="107" extrusionOk="0">
                  <a:moveTo>
                    <a:pt x="104" y="21"/>
                  </a:moveTo>
                  <a:cubicBezTo>
                    <a:pt x="104" y="21"/>
                    <a:pt x="93" y="1"/>
                    <a:pt x="74" y="1"/>
                  </a:cubicBezTo>
                  <a:cubicBezTo>
                    <a:pt x="55" y="0"/>
                    <a:pt x="45" y="21"/>
                    <a:pt x="45" y="21"/>
                  </a:cubicBezTo>
                  <a:cubicBezTo>
                    <a:pt x="19" y="21"/>
                    <a:pt x="8" y="29"/>
                    <a:pt x="4" y="47"/>
                  </a:cubicBezTo>
                  <a:cubicBezTo>
                    <a:pt x="0" y="64"/>
                    <a:pt x="20" y="73"/>
                    <a:pt x="20" y="73"/>
                  </a:cubicBezTo>
                  <a:cubicBezTo>
                    <a:pt x="20" y="73"/>
                    <a:pt x="21" y="78"/>
                    <a:pt x="35" y="89"/>
                  </a:cubicBezTo>
                  <a:cubicBezTo>
                    <a:pt x="50" y="101"/>
                    <a:pt x="66" y="88"/>
                    <a:pt x="66" y="88"/>
                  </a:cubicBezTo>
                  <a:cubicBezTo>
                    <a:pt x="66" y="88"/>
                    <a:pt x="74" y="98"/>
                    <a:pt x="96" y="96"/>
                  </a:cubicBezTo>
                  <a:cubicBezTo>
                    <a:pt x="117" y="94"/>
                    <a:pt x="121" y="70"/>
                    <a:pt x="121" y="70"/>
                  </a:cubicBezTo>
                  <a:cubicBezTo>
                    <a:pt x="121" y="70"/>
                    <a:pt x="140" y="64"/>
                    <a:pt x="138" y="42"/>
                  </a:cubicBezTo>
                  <a:cubicBezTo>
                    <a:pt x="136" y="20"/>
                    <a:pt x="104" y="21"/>
                    <a:pt x="104" y="21"/>
                  </a:cubicBezTo>
                  <a:close/>
                  <a:moveTo>
                    <a:pt x="102" y="69"/>
                  </a:moveTo>
                  <a:cubicBezTo>
                    <a:pt x="111" y="70"/>
                    <a:pt x="111" y="70"/>
                    <a:pt x="111" y="70"/>
                  </a:cubicBezTo>
                  <a:cubicBezTo>
                    <a:pt x="91" y="107"/>
                    <a:pt x="66" y="80"/>
                    <a:pt x="66" y="80"/>
                  </a:cubicBezTo>
                  <a:cubicBezTo>
                    <a:pt x="29" y="96"/>
                    <a:pt x="22" y="56"/>
                    <a:pt x="22" y="56"/>
                  </a:cubicBezTo>
                  <a:cubicBezTo>
                    <a:pt x="19" y="66"/>
                    <a:pt x="19" y="66"/>
                    <a:pt x="19" y="66"/>
                  </a:cubicBezTo>
                  <a:cubicBezTo>
                    <a:pt x="19" y="66"/>
                    <a:pt x="7" y="60"/>
                    <a:pt x="15" y="42"/>
                  </a:cubicBezTo>
                  <a:cubicBezTo>
                    <a:pt x="28" y="18"/>
                    <a:pt x="60" y="33"/>
                    <a:pt x="60" y="33"/>
                  </a:cubicBezTo>
                  <a:cubicBezTo>
                    <a:pt x="53" y="23"/>
                    <a:pt x="53" y="23"/>
                    <a:pt x="53" y="23"/>
                  </a:cubicBezTo>
                  <a:cubicBezTo>
                    <a:pt x="53" y="23"/>
                    <a:pt x="56" y="16"/>
                    <a:pt x="73" y="13"/>
                  </a:cubicBezTo>
                  <a:cubicBezTo>
                    <a:pt x="91" y="9"/>
                    <a:pt x="105" y="31"/>
                    <a:pt x="105" y="31"/>
                  </a:cubicBezTo>
                  <a:cubicBezTo>
                    <a:pt x="105" y="26"/>
                    <a:pt x="105" y="26"/>
                    <a:pt x="105" y="26"/>
                  </a:cubicBezTo>
                  <a:cubicBezTo>
                    <a:pt x="105" y="26"/>
                    <a:pt x="128" y="28"/>
                    <a:pt x="131" y="45"/>
                  </a:cubicBezTo>
                  <a:cubicBezTo>
                    <a:pt x="134" y="64"/>
                    <a:pt x="102" y="69"/>
                    <a:pt x="102" y="69"/>
                  </a:cubicBezTo>
                  <a:close/>
                </a:path>
              </a:pathLst>
            </a:custGeom>
            <a:solidFill>
              <a:srgbClr val="6B7A99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sp>
        <p:nvSpPr>
          <p:cNvPr id="466" name="Google Shape;466;g3072d353d33_0_216"/>
          <p:cNvSpPr/>
          <p:nvPr/>
        </p:nvSpPr>
        <p:spPr>
          <a:xfrm>
            <a:off x="9902326" y="2653941"/>
            <a:ext cx="469352" cy="312781"/>
          </a:xfrm>
          <a:custGeom>
            <a:avLst/>
            <a:gdLst/>
            <a:ahLst/>
            <a:cxnLst/>
            <a:rect l="l" t="t" r="r" b="b"/>
            <a:pathLst>
              <a:path w="180" h="132" extrusionOk="0">
                <a:moveTo>
                  <a:pt x="144" y="132"/>
                </a:moveTo>
                <a:cubicBezTo>
                  <a:pt x="42" y="132"/>
                  <a:pt x="42" y="132"/>
                  <a:pt x="42" y="132"/>
                </a:cubicBezTo>
                <a:cubicBezTo>
                  <a:pt x="19" y="132"/>
                  <a:pt x="0" y="113"/>
                  <a:pt x="0" y="90"/>
                </a:cubicBezTo>
                <a:cubicBezTo>
                  <a:pt x="0" y="73"/>
                  <a:pt x="10" y="59"/>
                  <a:pt x="24" y="52"/>
                </a:cubicBezTo>
                <a:cubicBezTo>
                  <a:pt x="24" y="51"/>
                  <a:pt x="24" y="49"/>
                  <a:pt x="24" y="48"/>
                </a:cubicBezTo>
                <a:cubicBezTo>
                  <a:pt x="24" y="21"/>
                  <a:pt x="45" y="0"/>
                  <a:pt x="72" y="0"/>
                </a:cubicBezTo>
                <a:cubicBezTo>
                  <a:pt x="92" y="0"/>
                  <a:pt x="109" y="12"/>
                  <a:pt x="116" y="30"/>
                </a:cubicBezTo>
                <a:cubicBezTo>
                  <a:pt x="121" y="26"/>
                  <a:pt x="126" y="24"/>
                  <a:pt x="132" y="24"/>
                </a:cubicBezTo>
                <a:cubicBezTo>
                  <a:pt x="145" y="24"/>
                  <a:pt x="156" y="35"/>
                  <a:pt x="156" y="48"/>
                </a:cubicBezTo>
                <a:cubicBezTo>
                  <a:pt x="156" y="53"/>
                  <a:pt x="155" y="57"/>
                  <a:pt x="152" y="61"/>
                </a:cubicBezTo>
                <a:cubicBezTo>
                  <a:pt x="168" y="65"/>
                  <a:pt x="180" y="79"/>
                  <a:pt x="180" y="96"/>
                </a:cubicBezTo>
                <a:cubicBezTo>
                  <a:pt x="180" y="116"/>
                  <a:pt x="164" y="132"/>
                  <a:pt x="144" y="132"/>
                </a:cubicBezTo>
                <a:close/>
              </a:path>
            </a:pathLst>
          </a:custGeom>
          <a:solidFill>
            <a:srgbClr val="00D2DD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 b="0" i="0" u="none" strike="noStrike" cap="none">
              <a:solidFill>
                <a:srgbClr val="5A6A8A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grpSp>
        <p:nvGrpSpPr>
          <p:cNvPr id="467" name="Google Shape;467;g3072d353d33_0_216"/>
          <p:cNvGrpSpPr/>
          <p:nvPr/>
        </p:nvGrpSpPr>
        <p:grpSpPr>
          <a:xfrm>
            <a:off x="9902519" y="2037266"/>
            <a:ext cx="486270" cy="350973"/>
            <a:chOff x="7035831" y="2397735"/>
            <a:chExt cx="1871707" cy="1452103"/>
          </a:xfrm>
        </p:grpSpPr>
        <p:grpSp>
          <p:nvGrpSpPr>
            <p:cNvPr id="468" name="Google Shape;468;g3072d353d33_0_216"/>
            <p:cNvGrpSpPr/>
            <p:nvPr/>
          </p:nvGrpSpPr>
          <p:grpSpPr>
            <a:xfrm>
              <a:off x="7705623" y="2397735"/>
              <a:ext cx="1201915" cy="1192535"/>
              <a:chOff x="10598150" y="2325688"/>
              <a:chExt cx="611195" cy="606425"/>
            </a:xfrm>
          </p:grpSpPr>
          <p:sp>
            <p:nvSpPr>
              <p:cNvPr id="469" name="Google Shape;469;g3072d353d33_0_216"/>
              <p:cNvSpPr/>
              <p:nvPr/>
            </p:nvSpPr>
            <p:spPr>
              <a:xfrm>
                <a:off x="10763250" y="2482850"/>
                <a:ext cx="281100" cy="288900"/>
              </a:xfrm>
              <a:prstGeom prst="ellipse">
                <a:avLst/>
              </a:pr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470" name="Google Shape;470;g3072d353d33_0_216"/>
              <p:cNvSpPr/>
              <p:nvPr/>
            </p:nvSpPr>
            <p:spPr>
              <a:xfrm>
                <a:off x="10871200" y="2325688"/>
                <a:ext cx="63500" cy="130175"/>
              </a:xfrm>
              <a:custGeom>
                <a:avLst/>
                <a:gdLst/>
                <a:ahLst/>
                <a:cxnLst/>
                <a:rect l="l" t="t" r="r" b="b"/>
                <a:pathLst>
                  <a:path w="17" h="35" extrusionOk="0">
                    <a:moveTo>
                      <a:pt x="16" y="22"/>
                    </a:moveTo>
                    <a:cubicBezTo>
                      <a:pt x="16" y="22"/>
                      <a:pt x="16" y="22"/>
                      <a:pt x="16" y="22"/>
                    </a:cubicBezTo>
                    <a:cubicBezTo>
                      <a:pt x="11" y="11"/>
                      <a:pt x="17" y="0"/>
                      <a:pt x="17" y="0"/>
                    </a:cubicBezTo>
                    <a:cubicBezTo>
                      <a:pt x="1" y="14"/>
                      <a:pt x="0" y="22"/>
                      <a:pt x="0" y="26"/>
                    </a:cubicBezTo>
                    <a:cubicBezTo>
                      <a:pt x="0" y="31"/>
                      <a:pt x="4" y="35"/>
                      <a:pt x="9" y="35"/>
                    </a:cubicBezTo>
                    <a:cubicBezTo>
                      <a:pt x="13" y="35"/>
                      <a:pt x="17" y="31"/>
                      <a:pt x="17" y="26"/>
                    </a:cubicBezTo>
                    <a:cubicBezTo>
                      <a:pt x="17" y="25"/>
                      <a:pt x="17" y="23"/>
                      <a:pt x="16" y="22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471" name="Google Shape;471;g3072d353d33_0_216"/>
              <p:cNvSpPr/>
              <p:nvPr/>
            </p:nvSpPr>
            <p:spPr>
              <a:xfrm>
                <a:off x="10755313" y="2339975"/>
                <a:ext cx="79375" cy="138113"/>
              </a:xfrm>
              <a:custGeom>
                <a:avLst/>
                <a:gdLst/>
                <a:ahLst/>
                <a:cxnLst/>
                <a:rect l="l" t="t" r="r" b="b"/>
                <a:pathLst>
                  <a:path w="21" h="37" extrusionOk="0">
                    <a:moveTo>
                      <a:pt x="17" y="21"/>
                    </a:moveTo>
                    <a:cubicBezTo>
                      <a:pt x="17" y="21"/>
                      <a:pt x="17" y="21"/>
                      <a:pt x="17" y="21"/>
                    </a:cubicBezTo>
                    <a:cubicBezTo>
                      <a:pt x="8" y="12"/>
                      <a:pt x="9" y="0"/>
                      <a:pt x="9" y="0"/>
                    </a:cubicBezTo>
                    <a:cubicBezTo>
                      <a:pt x="0" y="19"/>
                      <a:pt x="2" y="27"/>
                      <a:pt x="4" y="31"/>
                    </a:cubicBezTo>
                    <a:cubicBezTo>
                      <a:pt x="6" y="35"/>
                      <a:pt x="10" y="37"/>
                      <a:pt x="15" y="35"/>
                    </a:cubicBezTo>
                    <a:cubicBezTo>
                      <a:pt x="19" y="33"/>
                      <a:pt x="21" y="28"/>
                      <a:pt x="19" y="24"/>
                    </a:cubicBezTo>
                    <a:cubicBezTo>
                      <a:pt x="19" y="23"/>
                      <a:pt x="18" y="21"/>
                      <a:pt x="17" y="21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472" name="Google Shape;472;g3072d353d33_0_216"/>
              <p:cNvSpPr/>
              <p:nvPr/>
            </p:nvSpPr>
            <p:spPr>
              <a:xfrm>
                <a:off x="10658475" y="2436813"/>
                <a:ext cx="96838" cy="120650"/>
              </a:xfrm>
              <a:custGeom>
                <a:avLst/>
                <a:gdLst/>
                <a:ahLst/>
                <a:cxnLst/>
                <a:rect l="l" t="t" r="r" b="b"/>
                <a:pathLst>
                  <a:path w="26" h="32" extrusionOk="0">
                    <a:moveTo>
                      <a:pt x="18" y="14"/>
                    </a:moveTo>
                    <a:cubicBezTo>
                      <a:pt x="18" y="14"/>
                      <a:pt x="18" y="14"/>
                      <a:pt x="18" y="14"/>
                    </a:cubicBezTo>
                    <a:cubicBezTo>
                      <a:pt x="5" y="11"/>
                      <a:pt x="0" y="0"/>
                      <a:pt x="0" y="0"/>
                    </a:cubicBezTo>
                    <a:cubicBezTo>
                      <a:pt x="3" y="21"/>
                      <a:pt x="8" y="27"/>
                      <a:pt x="12" y="29"/>
                    </a:cubicBezTo>
                    <a:cubicBezTo>
                      <a:pt x="15" y="32"/>
                      <a:pt x="21" y="31"/>
                      <a:pt x="24" y="27"/>
                    </a:cubicBezTo>
                    <a:cubicBezTo>
                      <a:pt x="26" y="23"/>
                      <a:pt x="25" y="18"/>
                      <a:pt x="22" y="15"/>
                    </a:cubicBezTo>
                    <a:cubicBezTo>
                      <a:pt x="20" y="14"/>
                      <a:pt x="19" y="14"/>
                      <a:pt x="18" y="14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473" name="Google Shape;473;g3072d353d33_0_216"/>
              <p:cNvSpPr/>
              <p:nvPr/>
            </p:nvSpPr>
            <p:spPr>
              <a:xfrm>
                <a:off x="10598150" y="2590800"/>
                <a:ext cx="127000" cy="71438"/>
              </a:xfrm>
              <a:custGeom>
                <a:avLst/>
                <a:gdLst/>
                <a:ahLst/>
                <a:cxnLst/>
                <a:rect l="l" t="t" r="r" b="b"/>
                <a:pathLst>
                  <a:path w="34" h="19" extrusionOk="0">
                    <a:moveTo>
                      <a:pt x="21" y="3"/>
                    </a:moveTo>
                    <a:cubicBezTo>
                      <a:pt x="21" y="3"/>
                      <a:pt x="21" y="3"/>
                      <a:pt x="21" y="3"/>
                    </a:cubicBezTo>
                    <a:cubicBezTo>
                      <a:pt x="10" y="7"/>
                      <a:pt x="0" y="0"/>
                      <a:pt x="0" y="0"/>
                    </a:cubicBezTo>
                    <a:cubicBezTo>
                      <a:pt x="13" y="17"/>
                      <a:pt x="20" y="18"/>
                      <a:pt x="24" y="19"/>
                    </a:cubicBezTo>
                    <a:cubicBezTo>
                      <a:pt x="29" y="19"/>
                      <a:pt x="33" y="16"/>
                      <a:pt x="33" y="11"/>
                    </a:cubicBezTo>
                    <a:cubicBezTo>
                      <a:pt x="34" y="6"/>
                      <a:pt x="30" y="2"/>
                      <a:pt x="26" y="2"/>
                    </a:cubicBezTo>
                    <a:cubicBezTo>
                      <a:pt x="24" y="2"/>
                      <a:pt x="23" y="2"/>
                      <a:pt x="21" y="3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474" name="Google Shape;474;g3072d353d33_0_216"/>
              <p:cNvSpPr/>
              <p:nvPr/>
            </p:nvSpPr>
            <p:spPr>
              <a:xfrm>
                <a:off x="10620375" y="2700338"/>
                <a:ext cx="134938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36" h="22" extrusionOk="0">
                    <a:moveTo>
                      <a:pt x="20" y="5"/>
                    </a:moveTo>
                    <a:cubicBezTo>
                      <a:pt x="20" y="5"/>
                      <a:pt x="20" y="5"/>
                      <a:pt x="20" y="5"/>
                    </a:cubicBezTo>
                    <a:cubicBezTo>
                      <a:pt x="12" y="14"/>
                      <a:pt x="0" y="13"/>
                      <a:pt x="0" y="13"/>
                    </a:cubicBezTo>
                    <a:cubicBezTo>
                      <a:pt x="19" y="22"/>
                      <a:pt x="27" y="20"/>
                      <a:pt x="30" y="18"/>
                    </a:cubicBezTo>
                    <a:cubicBezTo>
                      <a:pt x="34" y="16"/>
                      <a:pt x="36" y="11"/>
                      <a:pt x="34" y="7"/>
                    </a:cubicBezTo>
                    <a:cubicBezTo>
                      <a:pt x="32" y="2"/>
                      <a:pt x="27" y="0"/>
                      <a:pt x="23" y="2"/>
                    </a:cubicBezTo>
                    <a:cubicBezTo>
                      <a:pt x="22" y="3"/>
                      <a:pt x="21" y="4"/>
                      <a:pt x="20" y="5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475" name="Google Shape;475;g3072d353d33_0_216"/>
              <p:cNvSpPr/>
              <p:nvPr/>
            </p:nvSpPr>
            <p:spPr>
              <a:xfrm>
                <a:off x="10717213" y="2778125"/>
                <a:ext cx="120650" cy="98425"/>
              </a:xfrm>
              <a:custGeom>
                <a:avLst/>
                <a:gdLst/>
                <a:ahLst/>
                <a:cxnLst/>
                <a:rect l="l" t="t" r="r" b="b"/>
                <a:pathLst>
                  <a:path w="32" h="26" extrusionOk="0">
                    <a:moveTo>
                      <a:pt x="14" y="8"/>
                    </a:moveTo>
                    <a:cubicBezTo>
                      <a:pt x="14" y="8"/>
                      <a:pt x="14" y="8"/>
                      <a:pt x="14" y="8"/>
                    </a:cubicBezTo>
                    <a:cubicBezTo>
                      <a:pt x="11" y="20"/>
                      <a:pt x="0" y="26"/>
                      <a:pt x="0" y="26"/>
                    </a:cubicBezTo>
                    <a:cubicBezTo>
                      <a:pt x="21" y="23"/>
                      <a:pt x="27" y="17"/>
                      <a:pt x="29" y="14"/>
                    </a:cubicBezTo>
                    <a:cubicBezTo>
                      <a:pt x="32" y="10"/>
                      <a:pt x="31" y="5"/>
                      <a:pt x="27" y="2"/>
                    </a:cubicBezTo>
                    <a:cubicBezTo>
                      <a:pt x="23" y="0"/>
                      <a:pt x="18" y="1"/>
                      <a:pt x="15" y="4"/>
                    </a:cubicBezTo>
                    <a:cubicBezTo>
                      <a:pt x="14" y="6"/>
                      <a:pt x="14" y="7"/>
                      <a:pt x="14" y="8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476" name="Google Shape;476;g3072d353d33_0_216"/>
              <p:cNvSpPr/>
              <p:nvPr/>
            </p:nvSpPr>
            <p:spPr>
              <a:xfrm>
                <a:off x="10868025" y="2805113"/>
                <a:ext cx="71438" cy="127000"/>
              </a:xfrm>
              <a:custGeom>
                <a:avLst/>
                <a:gdLst/>
                <a:ahLst/>
                <a:cxnLst/>
                <a:rect l="l" t="t" r="r" b="b"/>
                <a:pathLst>
                  <a:path w="19" h="34" extrusionOk="0">
                    <a:moveTo>
                      <a:pt x="3" y="12"/>
                    </a:moveTo>
                    <a:cubicBezTo>
                      <a:pt x="3" y="12"/>
                      <a:pt x="3" y="12"/>
                      <a:pt x="3" y="12"/>
                    </a:cubicBezTo>
                    <a:cubicBezTo>
                      <a:pt x="7" y="24"/>
                      <a:pt x="0" y="34"/>
                      <a:pt x="0" y="34"/>
                    </a:cubicBezTo>
                    <a:cubicBezTo>
                      <a:pt x="17" y="21"/>
                      <a:pt x="19" y="14"/>
                      <a:pt x="19" y="10"/>
                    </a:cubicBezTo>
                    <a:cubicBezTo>
                      <a:pt x="19" y="5"/>
                      <a:pt x="16" y="0"/>
                      <a:pt x="11" y="0"/>
                    </a:cubicBezTo>
                    <a:cubicBezTo>
                      <a:pt x="6" y="0"/>
                      <a:pt x="2" y="3"/>
                      <a:pt x="2" y="8"/>
                    </a:cubicBezTo>
                    <a:cubicBezTo>
                      <a:pt x="2" y="10"/>
                      <a:pt x="2" y="11"/>
                      <a:pt x="3" y="12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477" name="Google Shape;477;g3072d353d33_0_216"/>
              <p:cNvSpPr/>
              <p:nvPr/>
            </p:nvSpPr>
            <p:spPr>
              <a:xfrm>
                <a:off x="10980738" y="2778125"/>
                <a:ext cx="77788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21" h="37" extrusionOk="0">
                    <a:moveTo>
                      <a:pt x="4" y="17"/>
                    </a:moveTo>
                    <a:cubicBezTo>
                      <a:pt x="4" y="17"/>
                      <a:pt x="4" y="17"/>
                      <a:pt x="4" y="17"/>
                    </a:cubicBezTo>
                    <a:cubicBezTo>
                      <a:pt x="13" y="25"/>
                      <a:pt x="12" y="37"/>
                      <a:pt x="12" y="37"/>
                    </a:cubicBezTo>
                    <a:cubicBezTo>
                      <a:pt x="21" y="17"/>
                      <a:pt x="18" y="10"/>
                      <a:pt x="17" y="6"/>
                    </a:cubicBezTo>
                    <a:cubicBezTo>
                      <a:pt x="15" y="2"/>
                      <a:pt x="10" y="0"/>
                      <a:pt x="6" y="2"/>
                    </a:cubicBezTo>
                    <a:cubicBezTo>
                      <a:pt x="1" y="4"/>
                      <a:pt x="0" y="9"/>
                      <a:pt x="1" y="13"/>
                    </a:cubicBezTo>
                    <a:cubicBezTo>
                      <a:pt x="2" y="15"/>
                      <a:pt x="3" y="16"/>
                      <a:pt x="4" y="17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478" name="Google Shape;478;g3072d353d33_0_216"/>
              <p:cNvSpPr/>
              <p:nvPr/>
            </p:nvSpPr>
            <p:spPr>
              <a:xfrm>
                <a:off x="11052185" y="2695575"/>
                <a:ext cx="101600" cy="123825"/>
              </a:xfrm>
              <a:custGeom>
                <a:avLst/>
                <a:gdLst/>
                <a:ahLst/>
                <a:cxnLst/>
                <a:rect l="l" t="t" r="r" b="b"/>
                <a:pathLst>
                  <a:path w="27" h="33" extrusionOk="0">
                    <a:moveTo>
                      <a:pt x="9" y="19"/>
                    </a:moveTo>
                    <a:cubicBezTo>
                      <a:pt x="9" y="19"/>
                      <a:pt x="9" y="19"/>
                      <a:pt x="9" y="19"/>
                    </a:cubicBezTo>
                    <a:cubicBezTo>
                      <a:pt x="22" y="21"/>
                      <a:pt x="27" y="33"/>
                      <a:pt x="27" y="33"/>
                    </a:cubicBezTo>
                    <a:cubicBezTo>
                      <a:pt x="25" y="11"/>
                      <a:pt x="19" y="6"/>
                      <a:pt x="15" y="4"/>
                    </a:cubicBezTo>
                    <a:cubicBezTo>
                      <a:pt x="11" y="0"/>
                      <a:pt x="6" y="2"/>
                      <a:pt x="3" y="6"/>
                    </a:cubicBezTo>
                    <a:cubicBezTo>
                      <a:pt x="0" y="9"/>
                      <a:pt x="1" y="15"/>
                      <a:pt x="5" y="18"/>
                    </a:cubicBezTo>
                    <a:cubicBezTo>
                      <a:pt x="7" y="19"/>
                      <a:pt x="8" y="19"/>
                      <a:pt x="9" y="19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479" name="Google Shape;479;g3072d353d33_0_216"/>
              <p:cNvSpPr/>
              <p:nvPr/>
            </p:nvSpPr>
            <p:spPr>
              <a:xfrm>
                <a:off x="11077581" y="2595563"/>
                <a:ext cx="131764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35" h="17" extrusionOk="0">
                    <a:moveTo>
                      <a:pt x="13" y="16"/>
                    </a:moveTo>
                    <a:cubicBezTo>
                      <a:pt x="13" y="16"/>
                      <a:pt x="13" y="16"/>
                      <a:pt x="13" y="16"/>
                    </a:cubicBezTo>
                    <a:cubicBezTo>
                      <a:pt x="24" y="11"/>
                      <a:pt x="35" y="17"/>
                      <a:pt x="35" y="17"/>
                    </a:cubicBezTo>
                    <a:cubicBezTo>
                      <a:pt x="21" y="1"/>
                      <a:pt x="13" y="0"/>
                      <a:pt x="9" y="0"/>
                    </a:cubicBezTo>
                    <a:cubicBezTo>
                      <a:pt x="4" y="0"/>
                      <a:pt x="0" y="4"/>
                      <a:pt x="0" y="8"/>
                    </a:cubicBezTo>
                    <a:cubicBezTo>
                      <a:pt x="0" y="13"/>
                      <a:pt x="4" y="17"/>
                      <a:pt x="9" y="17"/>
                    </a:cubicBezTo>
                    <a:cubicBezTo>
                      <a:pt x="10" y="17"/>
                      <a:pt x="12" y="17"/>
                      <a:pt x="13" y="16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480" name="Google Shape;480;g3072d353d33_0_216"/>
              <p:cNvSpPr/>
              <p:nvPr/>
            </p:nvSpPr>
            <p:spPr>
              <a:xfrm>
                <a:off x="11052185" y="2474913"/>
                <a:ext cx="138113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7" h="23" extrusionOk="0">
                    <a:moveTo>
                      <a:pt x="18" y="18"/>
                    </a:moveTo>
                    <a:cubicBezTo>
                      <a:pt x="18" y="18"/>
                      <a:pt x="18" y="18"/>
                      <a:pt x="18" y="18"/>
                    </a:cubicBezTo>
                    <a:cubicBezTo>
                      <a:pt x="25" y="7"/>
                      <a:pt x="37" y="8"/>
                      <a:pt x="37" y="8"/>
                    </a:cubicBezTo>
                    <a:cubicBezTo>
                      <a:pt x="17" y="0"/>
                      <a:pt x="10" y="4"/>
                      <a:pt x="6" y="6"/>
                    </a:cubicBezTo>
                    <a:cubicBezTo>
                      <a:pt x="2" y="8"/>
                      <a:pt x="0" y="13"/>
                      <a:pt x="3" y="17"/>
                    </a:cubicBezTo>
                    <a:cubicBezTo>
                      <a:pt x="5" y="21"/>
                      <a:pt x="10" y="23"/>
                      <a:pt x="15" y="21"/>
                    </a:cubicBezTo>
                    <a:cubicBezTo>
                      <a:pt x="16" y="20"/>
                      <a:pt x="17" y="19"/>
                      <a:pt x="18" y="18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481" name="Google Shape;481;g3072d353d33_0_216"/>
              <p:cNvSpPr/>
              <p:nvPr/>
            </p:nvSpPr>
            <p:spPr>
              <a:xfrm>
                <a:off x="10972800" y="2381250"/>
                <a:ext cx="112713" cy="101600"/>
              </a:xfrm>
              <a:custGeom>
                <a:avLst/>
                <a:gdLst/>
                <a:ahLst/>
                <a:cxnLst/>
                <a:rect l="l" t="t" r="r" b="b"/>
                <a:pathLst>
                  <a:path w="30" h="27" extrusionOk="0">
                    <a:moveTo>
                      <a:pt x="19" y="18"/>
                    </a:moveTo>
                    <a:cubicBezTo>
                      <a:pt x="19" y="18"/>
                      <a:pt x="19" y="18"/>
                      <a:pt x="19" y="18"/>
                    </a:cubicBezTo>
                    <a:cubicBezTo>
                      <a:pt x="20" y="6"/>
                      <a:pt x="30" y="0"/>
                      <a:pt x="30" y="0"/>
                    </a:cubicBezTo>
                    <a:cubicBezTo>
                      <a:pt x="10" y="4"/>
                      <a:pt x="5" y="10"/>
                      <a:pt x="3" y="13"/>
                    </a:cubicBezTo>
                    <a:cubicBezTo>
                      <a:pt x="0" y="17"/>
                      <a:pt x="2" y="23"/>
                      <a:pt x="6" y="25"/>
                    </a:cubicBezTo>
                    <a:cubicBezTo>
                      <a:pt x="10" y="27"/>
                      <a:pt x="15" y="26"/>
                      <a:pt x="17" y="22"/>
                    </a:cubicBezTo>
                    <a:cubicBezTo>
                      <a:pt x="18" y="21"/>
                      <a:pt x="19" y="19"/>
                      <a:pt x="19" y="18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</p:grpSp>
        <p:sp>
          <p:nvSpPr>
            <p:cNvPr id="482" name="Google Shape;482;g3072d353d33_0_216"/>
            <p:cNvSpPr/>
            <p:nvPr/>
          </p:nvSpPr>
          <p:spPr>
            <a:xfrm>
              <a:off x="7035831" y="2771780"/>
              <a:ext cx="1729445" cy="1078058"/>
            </a:xfrm>
            <a:custGeom>
              <a:avLst/>
              <a:gdLst/>
              <a:ahLst/>
              <a:cxnLst/>
              <a:rect l="l" t="t" r="r" b="b"/>
              <a:pathLst>
                <a:path w="180" h="132" extrusionOk="0">
                  <a:moveTo>
                    <a:pt x="144" y="132"/>
                  </a:moveTo>
                  <a:cubicBezTo>
                    <a:pt x="42" y="132"/>
                    <a:pt x="42" y="132"/>
                    <a:pt x="42" y="132"/>
                  </a:cubicBezTo>
                  <a:cubicBezTo>
                    <a:pt x="19" y="132"/>
                    <a:pt x="0" y="113"/>
                    <a:pt x="0" y="90"/>
                  </a:cubicBezTo>
                  <a:cubicBezTo>
                    <a:pt x="0" y="73"/>
                    <a:pt x="10" y="59"/>
                    <a:pt x="24" y="52"/>
                  </a:cubicBezTo>
                  <a:cubicBezTo>
                    <a:pt x="24" y="51"/>
                    <a:pt x="24" y="49"/>
                    <a:pt x="24" y="48"/>
                  </a:cubicBezTo>
                  <a:cubicBezTo>
                    <a:pt x="24" y="21"/>
                    <a:pt x="45" y="0"/>
                    <a:pt x="72" y="0"/>
                  </a:cubicBezTo>
                  <a:cubicBezTo>
                    <a:pt x="92" y="0"/>
                    <a:pt x="109" y="12"/>
                    <a:pt x="116" y="30"/>
                  </a:cubicBezTo>
                  <a:cubicBezTo>
                    <a:pt x="121" y="26"/>
                    <a:pt x="126" y="24"/>
                    <a:pt x="132" y="24"/>
                  </a:cubicBezTo>
                  <a:cubicBezTo>
                    <a:pt x="145" y="24"/>
                    <a:pt x="156" y="35"/>
                    <a:pt x="156" y="48"/>
                  </a:cubicBezTo>
                  <a:cubicBezTo>
                    <a:pt x="156" y="53"/>
                    <a:pt x="155" y="57"/>
                    <a:pt x="152" y="61"/>
                  </a:cubicBezTo>
                  <a:cubicBezTo>
                    <a:pt x="168" y="65"/>
                    <a:pt x="180" y="79"/>
                    <a:pt x="180" y="96"/>
                  </a:cubicBezTo>
                  <a:cubicBezTo>
                    <a:pt x="180" y="116"/>
                    <a:pt x="164" y="132"/>
                    <a:pt x="144" y="132"/>
                  </a:cubicBezTo>
                  <a:close/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5A6A8A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grpSp>
        <p:nvGrpSpPr>
          <p:cNvPr id="483" name="Google Shape;483;g3072d353d33_0_216"/>
          <p:cNvGrpSpPr/>
          <p:nvPr/>
        </p:nvGrpSpPr>
        <p:grpSpPr>
          <a:xfrm>
            <a:off x="9814281" y="1332571"/>
            <a:ext cx="583929" cy="579378"/>
            <a:chOff x="10598150" y="2325688"/>
            <a:chExt cx="611188" cy="606425"/>
          </a:xfrm>
        </p:grpSpPr>
        <p:sp>
          <p:nvSpPr>
            <p:cNvPr id="484" name="Google Shape;484;g3072d353d33_0_216"/>
            <p:cNvSpPr/>
            <p:nvPr/>
          </p:nvSpPr>
          <p:spPr>
            <a:xfrm>
              <a:off x="10763250" y="2482850"/>
              <a:ext cx="281100" cy="2889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0D2DD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85" name="Google Shape;485;g3072d353d33_0_216"/>
            <p:cNvSpPr/>
            <p:nvPr/>
          </p:nvSpPr>
          <p:spPr>
            <a:xfrm>
              <a:off x="10871200" y="2325688"/>
              <a:ext cx="63500" cy="130175"/>
            </a:xfrm>
            <a:custGeom>
              <a:avLst/>
              <a:gdLst/>
              <a:ahLst/>
              <a:cxnLst/>
              <a:rect l="l" t="t" r="r" b="b"/>
              <a:pathLst>
                <a:path w="17" h="35" extrusionOk="0">
                  <a:moveTo>
                    <a:pt x="16" y="22"/>
                  </a:moveTo>
                  <a:cubicBezTo>
                    <a:pt x="16" y="22"/>
                    <a:pt x="16" y="22"/>
                    <a:pt x="16" y="22"/>
                  </a:cubicBezTo>
                  <a:cubicBezTo>
                    <a:pt x="11" y="11"/>
                    <a:pt x="17" y="0"/>
                    <a:pt x="17" y="0"/>
                  </a:cubicBezTo>
                  <a:cubicBezTo>
                    <a:pt x="1" y="14"/>
                    <a:pt x="0" y="22"/>
                    <a:pt x="0" y="26"/>
                  </a:cubicBezTo>
                  <a:cubicBezTo>
                    <a:pt x="0" y="31"/>
                    <a:pt x="4" y="35"/>
                    <a:pt x="9" y="35"/>
                  </a:cubicBezTo>
                  <a:cubicBezTo>
                    <a:pt x="13" y="35"/>
                    <a:pt x="17" y="31"/>
                    <a:pt x="17" y="26"/>
                  </a:cubicBezTo>
                  <a:cubicBezTo>
                    <a:pt x="17" y="25"/>
                    <a:pt x="17" y="23"/>
                    <a:pt x="16" y="22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86" name="Google Shape;486;g3072d353d33_0_216"/>
            <p:cNvSpPr/>
            <p:nvPr/>
          </p:nvSpPr>
          <p:spPr>
            <a:xfrm>
              <a:off x="10755313" y="2339975"/>
              <a:ext cx="79375" cy="138113"/>
            </a:xfrm>
            <a:custGeom>
              <a:avLst/>
              <a:gdLst/>
              <a:ahLst/>
              <a:cxnLst/>
              <a:rect l="l" t="t" r="r" b="b"/>
              <a:pathLst>
                <a:path w="21" h="37" extrusionOk="0">
                  <a:moveTo>
                    <a:pt x="17" y="21"/>
                  </a:moveTo>
                  <a:cubicBezTo>
                    <a:pt x="17" y="21"/>
                    <a:pt x="17" y="21"/>
                    <a:pt x="17" y="21"/>
                  </a:cubicBezTo>
                  <a:cubicBezTo>
                    <a:pt x="8" y="12"/>
                    <a:pt x="9" y="0"/>
                    <a:pt x="9" y="0"/>
                  </a:cubicBezTo>
                  <a:cubicBezTo>
                    <a:pt x="0" y="19"/>
                    <a:pt x="2" y="27"/>
                    <a:pt x="4" y="31"/>
                  </a:cubicBezTo>
                  <a:cubicBezTo>
                    <a:pt x="6" y="35"/>
                    <a:pt x="10" y="37"/>
                    <a:pt x="15" y="35"/>
                  </a:cubicBezTo>
                  <a:cubicBezTo>
                    <a:pt x="19" y="33"/>
                    <a:pt x="21" y="28"/>
                    <a:pt x="19" y="24"/>
                  </a:cubicBezTo>
                  <a:cubicBezTo>
                    <a:pt x="19" y="23"/>
                    <a:pt x="18" y="21"/>
                    <a:pt x="17" y="21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87" name="Google Shape;487;g3072d353d33_0_216"/>
            <p:cNvSpPr/>
            <p:nvPr/>
          </p:nvSpPr>
          <p:spPr>
            <a:xfrm>
              <a:off x="10658475" y="2436813"/>
              <a:ext cx="96838" cy="120650"/>
            </a:xfrm>
            <a:custGeom>
              <a:avLst/>
              <a:gdLst/>
              <a:ahLst/>
              <a:cxnLst/>
              <a:rect l="l" t="t" r="r" b="b"/>
              <a:pathLst>
                <a:path w="26" h="32" extrusionOk="0">
                  <a:moveTo>
                    <a:pt x="18" y="14"/>
                  </a:moveTo>
                  <a:cubicBezTo>
                    <a:pt x="18" y="14"/>
                    <a:pt x="18" y="14"/>
                    <a:pt x="18" y="14"/>
                  </a:cubicBezTo>
                  <a:cubicBezTo>
                    <a:pt x="5" y="11"/>
                    <a:pt x="0" y="0"/>
                    <a:pt x="0" y="0"/>
                  </a:cubicBezTo>
                  <a:cubicBezTo>
                    <a:pt x="3" y="21"/>
                    <a:pt x="8" y="27"/>
                    <a:pt x="12" y="29"/>
                  </a:cubicBezTo>
                  <a:cubicBezTo>
                    <a:pt x="15" y="32"/>
                    <a:pt x="21" y="31"/>
                    <a:pt x="24" y="27"/>
                  </a:cubicBezTo>
                  <a:cubicBezTo>
                    <a:pt x="26" y="23"/>
                    <a:pt x="25" y="18"/>
                    <a:pt x="22" y="15"/>
                  </a:cubicBezTo>
                  <a:cubicBezTo>
                    <a:pt x="20" y="14"/>
                    <a:pt x="19" y="14"/>
                    <a:pt x="18" y="14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88" name="Google Shape;488;g3072d353d33_0_216"/>
            <p:cNvSpPr/>
            <p:nvPr/>
          </p:nvSpPr>
          <p:spPr>
            <a:xfrm>
              <a:off x="10598150" y="2590800"/>
              <a:ext cx="127000" cy="71438"/>
            </a:xfrm>
            <a:custGeom>
              <a:avLst/>
              <a:gdLst/>
              <a:ahLst/>
              <a:cxnLst/>
              <a:rect l="l" t="t" r="r" b="b"/>
              <a:pathLst>
                <a:path w="34" h="19" extrusionOk="0">
                  <a:moveTo>
                    <a:pt x="21" y="3"/>
                  </a:moveTo>
                  <a:cubicBezTo>
                    <a:pt x="21" y="3"/>
                    <a:pt x="21" y="3"/>
                    <a:pt x="21" y="3"/>
                  </a:cubicBezTo>
                  <a:cubicBezTo>
                    <a:pt x="10" y="7"/>
                    <a:pt x="0" y="0"/>
                    <a:pt x="0" y="0"/>
                  </a:cubicBezTo>
                  <a:cubicBezTo>
                    <a:pt x="13" y="17"/>
                    <a:pt x="20" y="18"/>
                    <a:pt x="24" y="19"/>
                  </a:cubicBezTo>
                  <a:cubicBezTo>
                    <a:pt x="29" y="19"/>
                    <a:pt x="33" y="16"/>
                    <a:pt x="33" y="11"/>
                  </a:cubicBezTo>
                  <a:cubicBezTo>
                    <a:pt x="34" y="6"/>
                    <a:pt x="30" y="2"/>
                    <a:pt x="26" y="2"/>
                  </a:cubicBezTo>
                  <a:cubicBezTo>
                    <a:pt x="24" y="2"/>
                    <a:pt x="23" y="2"/>
                    <a:pt x="21" y="3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89" name="Google Shape;489;g3072d353d33_0_216"/>
            <p:cNvSpPr/>
            <p:nvPr/>
          </p:nvSpPr>
          <p:spPr>
            <a:xfrm>
              <a:off x="10620375" y="2700338"/>
              <a:ext cx="134938" cy="82550"/>
            </a:xfrm>
            <a:custGeom>
              <a:avLst/>
              <a:gdLst/>
              <a:ahLst/>
              <a:cxnLst/>
              <a:rect l="l" t="t" r="r" b="b"/>
              <a:pathLst>
                <a:path w="36" h="22" extrusionOk="0">
                  <a:moveTo>
                    <a:pt x="20" y="5"/>
                  </a:moveTo>
                  <a:cubicBezTo>
                    <a:pt x="20" y="5"/>
                    <a:pt x="20" y="5"/>
                    <a:pt x="20" y="5"/>
                  </a:cubicBezTo>
                  <a:cubicBezTo>
                    <a:pt x="12" y="14"/>
                    <a:pt x="0" y="13"/>
                    <a:pt x="0" y="13"/>
                  </a:cubicBezTo>
                  <a:cubicBezTo>
                    <a:pt x="19" y="22"/>
                    <a:pt x="27" y="20"/>
                    <a:pt x="30" y="18"/>
                  </a:cubicBezTo>
                  <a:cubicBezTo>
                    <a:pt x="34" y="16"/>
                    <a:pt x="36" y="11"/>
                    <a:pt x="34" y="7"/>
                  </a:cubicBezTo>
                  <a:cubicBezTo>
                    <a:pt x="32" y="2"/>
                    <a:pt x="27" y="0"/>
                    <a:pt x="23" y="2"/>
                  </a:cubicBezTo>
                  <a:cubicBezTo>
                    <a:pt x="22" y="3"/>
                    <a:pt x="21" y="4"/>
                    <a:pt x="20" y="5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90" name="Google Shape;490;g3072d353d33_0_216"/>
            <p:cNvSpPr/>
            <p:nvPr/>
          </p:nvSpPr>
          <p:spPr>
            <a:xfrm>
              <a:off x="10717213" y="2778125"/>
              <a:ext cx="120650" cy="98425"/>
            </a:xfrm>
            <a:custGeom>
              <a:avLst/>
              <a:gdLst/>
              <a:ahLst/>
              <a:cxnLst/>
              <a:rect l="l" t="t" r="r" b="b"/>
              <a:pathLst>
                <a:path w="32" h="26" extrusionOk="0">
                  <a:moveTo>
                    <a:pt x="14" y="8"/>
                  </a:moveTo>
                  <a:cubicBezTo>
                    <a:pt x="14" y="8"/>
                    <a:pt x="14" y="8"/>
                    <a:pt x="14" y="8"/>
                  </a:cubicBezTo>
                  <a:cubicBezTo>
                    <a:pt x="11" y="20"/>
                    <a:pt x="0" y="26"/>
                    <a:pt x="0" y="26"/>
                  </a:cubicBezTo>
                  <a:cubicBezTo>
                    <a:pt x="21" y="23"/>
                    <a:pt x="27" y="17"/>
                    <a:pt x="29" y="14"/>
                  </a:cubicBezTo>
                  <a:cubicBezTo>
                    <a:pt x="32" y="10"/>
                    <a:pt x="31" y="5"/>
                    <a:pt x="27" y="2"/>
                  </a:cubicBezTo>
                  <a:cubicBezTo>
                    <a:pt x="23" y="0"/>
                    <a:pt x="18" y="1"/>
                    <a:pt x="15" y="4"/>
                  </a:cubicBezTo>
                  <a:cubicBezTo>
                    <a:pt x="14" y="6"/>
                    <a:pt x="14" y="7"/>
                    <a:pt x="14" y="8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91" name="Google Shape;491;g3072d353d33_0_216"/>
            <p:cNvSpPr/>
            <p:nvPr/>
          </p:nvSpPr>
          <p:spPr>
            <a:xfrm>
              <a:off x="10868025" y="2805113"/>
              <a:ext cx="71438" cy="127000"/>
            </a:xfrm>
            <a:custGeom>
              <a:avLst/>
              <a:gdLst/>
              <a:ahLst/>
              <a:cxnLst/>
              <a:rect l="l" t="t" r="r" b="b"/>
              <a:pathLst>
                <a:path w="19" h="34" extrusionOk="0">
                  <a:moveTo>
                    <a:pt x="3" y="12"/>
                  </a:moveTo>
                  <a:cubicBezTo>
                    <a:pt x="3" y="12"/>
                    <a:pt x="3" y="12"/>
                    <a:pt x="3" y="12"/>
                  </a:cubicBezTo>
                  <a:cubicBezTo>
                    <a:pt x="7" y="24"/>
                    <a:pt x="0" y="34"/>
                    <a:pt x="0" y="34"/>
                  </a:cubicBezTo>
                  <a:cubicBezTo>
                    <a:pt x="17" y="21"/>
                    <a:pt x="19" y="14"/>
                    <a:pt x="19" y="10"/>
                  </a:cubicBezTo>
                  <a:cubicBezTo>
                    <a:pt x="19" y="5"/>
                    <a:pt x="16" y="0"/>
                    <a:pt x="11" y="0"/>
                  </a:cubicBezTo>
                  <a:cubicBezTo>
                    <a:pt x="6" y="0"/>
                    <a:pt x="2" y="3"/>
                    <a:pt x="2" y="8"/>
                  </a:cubicBezTo>
                  <a:cubicBezTo>
                    <a:pt x="2" y="10"/>
                    <a:pt x="2" y="11"/>
                    <a:pt x="3" y="12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92" name="Google Shape;492;g3072d353d33_0_216"/>
            <p:cNvSpPr/>
            <p:nvPr/>
          </p:nvSpPr>
          <p:spPr>
            <a:xfrm>
              <a:off x="10980738" y="2778125"/>
              <a:ext cx="77788" cy="139700"/>
            </a:xfrm>
            <a:custGeom>
              <a:avLst/>
              <a:gdLst/>
              <a:ahLst/>
              <a:cxnLst/>
              <a:rect l="l" t="t" r="r" b="b"/>
              <a:pathLst>
                <a:path w="21" h="37" extrusionOk="0">
                  <a:moveTo>
                    <a:pt x="4" y="17"/>
                  </a:moveTo>
                  <a:cubicBezTo>
                    <a:pt x="4" y="17"/>
                    <a:pt x="4" y="17"/>
                    <a:pt x="4" y="17"/>
                  </a:cubicBezTo>
                  <a:cubicBezTo>
                    <a:pt x="13" y="25"/>
                    <a:pt x="12" y="37"/>
                    <a:pt x="12" y="37"/>
                  </a:cubicBezTo>
                  <a:cubicBezTo>
                    <a:pt x="21" y="17"/>
                    <a:pt x="18" y="10"/>
                    <a:pt x="17" y="6"/>
                  </a:cubicBezTo>
                  <a:cubicBezTo>
                    <a:pt x="15" y="2"/>
                    <a:pt x="10" y="0"/>
                    <a:pt x="6" y="2"/>
                  </a:cubicBezTo>
                  <a:cubicBezTo>
                    <a:pt x="1" y="4"/>
                    <a:pt x="0" y="9"/>
                    <a:pt x="1" y="13"/>
                  </a:cubicBezTo>
                  <a:cubicBezTo>
                    <a:pt x="2" y="15"/>
                    <a:pt x="3" y="16"/>
                    <a:pt x="4" y="17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93" name="Google Shape;493;g3072d353d33_0_216"/>
            <p:cNvSpPr/>
            <p:nvPr/>
          </p:nvSpPr>
          <p:spPr>
            <a:xfrm>
              <a:off x="11052175" y="2695575"/>
              <a:ext cx="101600" cy="123825"/>
            </a:xfrm>
            <a:custGeom>
              <a:avLst/>
              <a:gdLst/>
              <a:ahLst/>
              <a:cxnLst/>
              <a:rect l="l" t="t" r="r" b="b"/>
              <a:pathLst>
                <a:path w="27" h="33" extrusionOk="0">
                  <a:moveTo>
                    <a:pt x="9" y="19"/>
                  </a:moveTo>
                  <a:cubicBezTo>
                    <a:pt x="9" y="19"/>
                    <a:pt x="9" y="19"/>
                    <a:pt x="9" y="19"/>
                  </a:cubicBezTo>
                  <a:cubicBezTo>
                    <a:pt x="22" y="21"/>
                    <a:pt x="27" y="33"/>
                    <a:pt x="27" y="33"/>
                  </a:cubicBezTo>
                  <a:cubicBezTo>
                    <a:pt x="25" y="11"/>
                    <a:pt x="19" y="6"/>
                    <a:pt x="15" y="4"/>
                  </a:cubicBezTo>
                  <a:cubicBezTo>
                    <a:pt x="11" y="0"/>
                    <a:pt x="6" y="2"/>
                    <a:pt x="3" y="6"/>
                  </a:cubicBezTo>
                  <a:cubicBezTo>
                    <a:pt x="0" y="9"/>
                    <a:pt x="1" y="15"/>
                    <a:pt x="5" y="18"/>
                  </a:cubicBezTo>
                  <a:cubicBezTo>
                    <a:pt x="7" y="19"/>
                    <a:pt x="8" y="19"/>
                    <a:pt x="9" y="19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94" name="Google Shape;494;g3072d353d33_0_216"/>
            <p:cNvSpPr/>
            <p:nvPr/>
          </p:nvSpPr>
          <p:spPr>
            <a:xfrm>
              <a:off x="11077575" y="2595563"/>
              <a:ext cx="131763" cy="63500"/>
            </a:xfrm>
            <a:custGeom>
              <a:avLst/>
              <a:gdLst/>
              <a:ahLst/>
              <a:cxnLst/>
              <a:rect l="l" t="t" r="r" b="b"/>
              <a:pathLst>
                <a:path w="35" h="17" extrusionOk="0">
                  <a:moveTo>
                    <a:pt x="13" y="16"/>
                  </a:moveTo>
                  <a:cubicBezTo>
                    <a:pt x="13" y="16"/>
                    <a:pt x="13" y="16"/>
                    <a:pt x="13" y="16"/>
                  </a:cubicBezTo>
                  <a:cubicBezTo>
                    <a:pt x="24" y="11"/>
                    <a:pt x="35" y="17"/>
                    <a:pt x="35" y="17"/>
                  </a:cubicBezTo>
                  <a:cubicBezTo>
                    <a:pt x="21" y="1"/>
                    <a:pt x="13" y="0"/>
                    <a:pt x="9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13"/>
                    <a:pt x="4" y="17"/>
                    <a:pt x="9" y="17"/>
                  </a:cubicBezTo>
                  <a:cubicBezTo>
                    <a:pt x="10" y="17"/>
                    <a:pt x="12" y="17"/>
                    <a:pt x="13" y="16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95" name="Google Shape;495;g3072d353d33_0_216"/>
            <p:cNvSpPr/>
            <p:nvPr/>
          </p:nvSpPr>
          <p:spPr>
            <a:xfrm>
              <a:off x="11052175" y="2474913"/>
              <a:ext cx="138113" cy="85725"/>
            </a:xfrm>
            <a:custGeom>
              <a:avLst/>
              <a:gdLst/>
              <a:ahLst/>
              <a:cxnLst/>
              <a:rect l="l" t="t" r="r" b="b"/>
              <a:pathLst>
                <a:path w="37" h="23" extrusionOk="0">
                  <a:moveTo>
                    <a:pt x="18" y="18"/>
                  </a:moveTo>
                  <a:cubicBezTo>
                    <a:pt x="18" y="18"/>
                    <a:pt x="18" y="18"/>
                    <a:pt x="18" y="18"/>
                  </a:cubicBezTo>
                  <a:cubicBezTo>
                    <a:pt x="25" y="7"/>
                    <a:pt x="37" y="8"/>
                    <a:pt x="37" y="8"/>
                  </a:cubicBezTo>
                  <a:cubicBezTo>
                    <a:pt x="17" y="0"/>
                    <a:pt x="10" y="4"/>
                    <a:pt x="6" y="6"/>
                  </a:cubicBezTo>
                  <a:cubicBezTo>
                    <a:pt x="2" y="8"/>
                    <a:pt x="0" y="13"/>
                    <a:pt x="3" y="17"/>
                  </a:cubicBezTo>
                  <a:cubicBezTo>
                    <a:pt x="5" y="21"/>
                    <a:pt x="10" y="23"/>
                    <a:pt x="15" y="21"/>
                  </a:cubicBezTo>
                  <a:cubicBezTo>
                    <a:pt x="16" y="20"/>
                    <a:pt x="17" y="19"/>
                    <a:pt x="18" y="18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96" name="Google Shape;496;g3072d353d33_0_216"/>
            <p:cNvSpPr/>
            <p:nvPr/>
          </p:nvSpPr>
          <p:spPr>
            <a:xfrm>
              <a:off x="10972800" y="2381250"/>
              <a:ext cx="112713" cy="101600"/>
            </a:xfrm>
            <a:custGeom>
              <a:avLst/>
              <a:gdLst/>
              <a:ahLst/>
              <a:cxnLst/>
              <a:rect l="l" t="t" r="r" b="b"/>
              <a:pathLst>
                <a:path w="30" h="27" extrusionOk="0">
                  <a:moveTo>
                    <a:pt x="19" y="18"/>
                  </a:moveTo>
                  <a:cubicBezTo>
                    <a:pt x="19" y="18"/>
                    <a:pt x="19" y="18"/>
                    <a:pt x="19" y="18"/>
                  </a:cubicBezTo>
                  <a:cubicBezTo>
                    <a:pt x="20" y="6"/>
                    <a:pt x="30" y="0"/>
                    <a:pt x="30" y="0"/>
                  </a:cubicBezTo>
                  <a:cubicBezTo>
                    <a:pt x="10" y="4"/>
                    <a:pt x="5" y="10"/>
                    <a:pt x="3" y="13"/>
                  </a:cubicBezTo>
                  <a:cubicBezTo>
                    <a:pt x="0" y="17"/>
                    <a:pt x="2" y="23"/>
                    <a:pt x="6" y="25"/>
                  </a:cubicBezTo>
                  <a:cubicBezTo>
                    <a:pt x="10" y="27"/>
                    <a:pt x="15" y="26"/>
                    <a:pt x="17" y="22"/>
                  </a:cubicBezTo>
                  <a:cubicBezTo>
                    <a:pt x="18" y="21"/>
                    <a:pt x="19" y="19"/>
                    <a:pt x="19" y="18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sp>
        <p:nvSpPr>
          <p:cNvPr id="497" name="Google Shape;497;g3072d353d33_0_216"/>
          <p:cNvSpPr/>
          <p:nvPr/>
        </p:nvSpPr>
        <p:spPr>
          <a:xfrm>
            <a:off x="5273450" y="801888"/>
            <a:ext cx="2843400" cy="486900"/>
          </a:xfrm>
          <a:prstGeom prst="rect">
            <a:avLst/>
          </a:prstGeom>
          <a:solidFill>
            <a:srgbClr val="0E235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Outfit"/>
              <a:buNone/>
            </a:pPr>
            <a:r>
              <a:rPr lang="en-US" sz="1000" b="1">
                <a:solidFill>
                  <a:srgbClr val="FFFFFF"/>
                </a:solidFill>
              </a:rPr>
              <a:t>Metiers concernes : {{metiers_concernes}}</a:t>
            </a:r>
            <a:endParaRPr sz="1000" b="1">
              <a:solidFill>
                <a:srgbClr val="FFFFFF"/>
              </a:solidFill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Outfit"/>
              <a:buNone/>
            </a:pPr>
            <a:r>
              <a:rPr lang="en-US" sz="1000" b="1">
                <a:solidFill>
                  <a:srgbClr val="FFFFFF"/>
                </a:solidFill>
              </a:rPr>
              <a:t>(et/ou personne du métier)</a:t>
            </a:r>
            <a:endParaRPr sz="14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9902" name="OctoAccentLine"/>
          <p:cNvSpPr>
            <a:spLocks noGrp="1"/>
          </p:cNvSpPr>
          <p:nvPr/>
        </p:nvSpPr>
        <p:spPr>
          <a:xfrm>
            <a:off x="0" y="480060"/>
            <a:ext cx="9144000" cy="19050"/>
          </a:xfrm>
          <a:prstGeom prst="rect">
            <a:avLst/>
          </a:prstGeom>
          <a:solidFill>
            <a:srgbClr val="00D2DD"/>
          </a:solidFill>
          <a:ln>
            <a:noFill/>
          </a:ln>
        </p:spPr>
        <p:txBody>
          <a:bodyPr/>
          <a:lstStyle/>
          <a:p/>
        </p:txBody>
      </p:sp>
      <p:sp>
        <p:nvSpPr>
          <p:cNvPr id="9900" name="OctoFooter"/>
          <p:cNvSpPr txBox="1">
            <a:spLocks noGrp="1"/>
          </p:cNvSpPr>
          <p:nvPr/>
        </p:nvSpPr>
        <p:spPr>
          <a:xfrm>
            <a:off x="182880" y="4953500"/>
            <a:ext cx="7315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fr-FR" sz="600" b="0">
                <a:solidFill>
                  <a:srgbClr val="6B7A99"/>
                </a:solidFill>
                <a:latin typeface="Outfit"/>
              </a:rPr>
              <a:t>OCTO I PART OF ACCENTURE | © 2026 - All rights reserved</a:t>
            </a:r>
          </a:p>
        </p:txBody>
      </p:sp>
      <p:sp>
        <p:nvSpPr>
          <p:cNvPr id="9901" name="OctoPageCircle"/>
          <p:cNvSpPr>
            <a:spLocks noGrp="1"/>
          </p:cNvSpPr>
          <p:nvPr/>
        </p:nvSpPr>
        <p:spPr>
          <a:xfrm>
            <a:off x="8844000" y="4893500"/>
            <a:ext cx="228600" cy="228600"/>
          </a:xfrm>
          <a:prstGeom prst="ellipse">
            <a:avLst/>
          </a:prstGeom>
          <a:noFill/>
          <a:ln w="19050">
            <a:solidFill>
              <a:srgbClr val="0E2356"/>
            </a:solidFill>
          </a:ln>
        </p:spPr>
        <p:txBody>
          <a:bodyPr anchor="ctr" anchorCtr="1"/>
          <a:lstStyle/>
          <a:p>
            <a:pPr algn="ctr"/>
            <a:r>
              <a:rPr lang="fr-FR" sz="700" b="0">
                <a:solidFill>
                  <a:srgbClr val="0E2356"/>
                </a:solidFill>
                <a:latin typeface="Outfit"/>
              </a:rPr>
              <a:t>3</a:t>
            </a:r>
          </a:p>
        </p:txBody>
      </p:sp>
    </p:spTree>
  </p:cSld>
  <p:clrMapOvr>
    <a:masterClrMapping/>
  </p:clrMapOvr>
</p:sld>
</file>

<file path=ppt\tableStyles.xml><?xml version="1.0" encoding="utf-8"?>
<a:tblStyleLst xmlns:a="http://schemas.openxmlformats.org/drawingml/2006/main" def="{0E937493-311C-4B09-AB42-98F83098D3E6}">
  <a:tblStyle styleId="{0E937493-311C-4B09-AB42-98F83098D3E6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\theme\theme1.xml>﻿<?xml version="1.0" encoding="UTF-8" standalone="yes"?>
<a:theme xmlns:a="http://schemas.openxmlformats.org/drawingml/2006/main" name="Conception personnalisée"><a:themeElements><a:clrScheme name="OCTO"><a:dk1><a:srgbClr val="0E2356"/></a:dk1><a:lt1><a:srgbClr val="FFFFFF"/></a:lt1><a:dk2><a:srgbClr val="0E2356"/></a:dk2><a:lt2><a:srgbClr val="E8F0FF"/></a:lt2><a:accent1><a:srgbClr val="0E2356"/></a:accent1><a:accent2><a:srgbClr val="00D2DD"/></a:accent2><a:accent3><a:srgbClr val="DB4B4B"/></a:accent3><a:accent4><a:srgbClr val="0E2356"/></a:accent4><a:accent5><a:srgbClr val="0E2356"/></a:accent5><a:accent6><a:srgbClr val="00D2DD"/></a:accent6><a:hlink><a:srgbClr val="976C9D"/></a:hlink><a:folHlink><a:srgbClr val="00ABA4"/></a:folHlink></a:clrScheme><a:fontScheme name="OCTO Outfit"><<a:majorFont>><a:latin typeface="Outfit"/><a:ea typeface=""/><a:cs typeface=""/><a:font script="Jpan" typeface="ＭＳ Ｐゴシック"/><a:font script="Hang" typeface="맑은 고딕"/><a:font script="Hans" typeface="宋体"/><a:font script="Hant" typeface="新細明體"/><a:font script="Arab" typeface="Times New Roman"/><a:font script="Hebr" typeface="Times New Roman"/><a:font script="Thai" typeface="Angsana New"/><a:font script="Ethi" typeface="Nyala"/><a:font script="Beng" typeface="Vrinda"/><a:font script="Gujr" typeface="Shruti"/><a:font script="Khmr" typeface="MoolBoran"/><a:font script="Knda" typeface="Tunga"/><a:font script="Guru" typeface="Raavi"/><a:font script="Cans" typeface="Euphemia"/><a:font script="Cher" typeface="Plantagenet Cherokee"/><a:font script="Yiii" typeface="Microsoft Yi Baiti"/><a:font script="Tibt" typeface="Microsoft Himalaya"/><a:font script="Thaa" typeface="MV Boli"/><a:font script="Deva" typeface="Mangal"/><a:font script="Telu" typeface="Gautami"/><a:font script="Taml" typeface="Latha"/><a:font script="Syrc" typeface="Estrangelo Edessa"/><a:font script="Orya" typeface="Kalinga"/><a:font script="Mlym" typeface="Kartika"/><a:font script="Laoo" typeface="DokChampa"/><a:font script="Sinh" typeface="Iskoola Pota"/><a:font script="Mong" typeface="Mongolian Baiti"/><a:font script="Viet" typeface="Times New Roman"/><a:font script="Uigh" typeface="Microsoft Uighur"/><a:font script="Geor" typeface="Sylfaen"/></a:majorFont><<a:minorFont>><a:latin typeface="Outfit"/><a:ea typeface=""/><a:cs typeface=""/><a:font script="Jpan" typeface="ＭＳ Ｐゴシック"/><a:font script="Hang" typeface="맑은 고딕"/><a:font script="Hans" typeface="宋体"/><a:font script="Hant" typeface="新細明體"/><a:font script="Arab" typeface="Outfit"/><a:font script="Hebr" typeface="Outfit"/><a:font script="Thai" typeface="Cordia New"/><a:font script="Ethi" typeface="Nyala"/><a:font script="Beng" typeface="Vrinda"/><a:font script="Gujr" typeface="Shruti"/><a:font script="Khmr" typeface="DaunPenh"/><a:font script="Knda" typeface="Tunga"/><a:font script="Guru" typeface="Raavi"/><a:font script="Cans" typeface="Euphemia"/><a:font script="Cher" typeface="Plantagenet Cherokee"/><a:font script="Yiii" typeface="Microsoft Yi Baiti"/><a:font script="Tibt" typeface="Microsoft Himalaya"/><a:font script="Thaa" typeface="MV Boli"/><a:font script="Deva" typeface="Mangal"/><a:font script="Telu" typeface="Gautami"/><a:font script="Taml" typeface="Latha"/><a:font script="Syrc" typeface="Estrangelo Edessa"/><a:font script="Orya" typeface="Kalinga"/><a:font script="Mlym" typeface="Kartika"/><a:font script="Laoo" typeface="DokChampa"/><a:font script="Sinh" typeface="Iskoola Pota"/><a:font script="Mong" typeface="Mongolian Baiti"/><a:font script="Viet" typeface="Outfit"/><a:font script="Uigh" typeface="Microsoft Uighur"/><a:font script="Geor" typeface="Sylfaen"/></a:minorFont></a:fontScheme><a:fmtScheme name="OCTO Outfit"><a:fillStyleLst><a:solidFill><a:schemeClr val="phClr"/></a:solidFill><a:gradFill rotWithShape="1"><a:gsLst><a:gs pos="0"><a:schemeClr val="phClr"><a:tint val="50000"/><a:satMod val="300000"/></a:schemeClr></a:gs><a:gs pos="35000"><a:schemeClr val="phClr"><a:tint val="37000"/><a:satMod val="300000"/></a:schemeClr></a:gs><a:gs pos="100000"><a:schemeClr val="phClr"><a:tint val="15000"/><a:satMod val="350000"/></a:schemeClr></a:gs></a:gsLst><a:lin ang="16200000" scaled="1"/></a:gradFill><a:gradFill rotWithShape="1"><a:gsLst><a:gs pos="0"><a:schemeClr val="phClr"><a:tint val="100000"/><a:shade val="100000"/><a:satMod val="130000"/></a:schemeClr></a:gs><a:gs pos="100000"><a:schemeClr val="phClr"><a:tint val="50000"/><a:shade val="100000"/><a:satMod val="350000"/></a:schemeClr></a:gs></a:gsLst><a:lin ang="16200000" scaled="0"/></a:gradFill></a:fillStyleLst><a:lnStyleLst><a:ln w="9525" cap="flat" cmpd="sng" algn="ctr"><a:solidFill><a:schemeClr val="phClr"><a:shade val="95000"/><a:satMod val="105000"/></a:schemeClr></a:solidFill><a:prstDash val="solid"/></a:ln><a:ln w="25400" cap="flat" cmpd="sng" algn="ctr"><a:solidFill><a:schemeClr val="phClr"/></a:solidFill><a:prstDash val="solid"/></a:ln><a:ln w="38100" cap="flat" cmpd="sng" algn="ctr"><a:solidFill><a:schemeClr val="phClr"/></a:solidFill><a:prstDash val="solid"/></a:ln></a:lnStyleLst><a:effectStyleLst><a:effectStyle><a:effectLst><a:outerShdw blurRad="40000" dist="20000" dir="5400000" rotWithShape="0"><a:srgbClr val="0E2356"><a:alpha val="38000"/></a:srgbClr></a:outerShdw></a:effectLst></a:effectStyle><a:effectStyle><a:effectLst><a:outerShdw blurRad="40000" dist="23000" dir="5400000" rotWithShape="0"><a:srgbClr val="0E2356"><a:alpha val="35000"/></a:srgbClr></a:outerShdw></a:effectLst></a:effectStyle><a:effectStyle><a:effectLst><a:outerShdw blurRad="40000" dist="23000" dir="5400000" rotWithShape="0"><a:srgbClr val="0E2356"><a:alpha val="35000"/></a:srgbClr></a:outerShdw></a:effectLst><a:scene3d><a:camera prst="orthographicFront"><a:rot lat="0" lon="0" rev="0"/></a:camera><a:lightRig rig="threePt" dir="t"><a:rot lat="0" lon="0" rev="1200000"/></a:lightRig></a:scene3d><a:sp3d><a:bevelT w="63500" h="25400"/></a:sp3d></a:effectStyle></a:effectStyleLst><a:bgFillStyleLst><a:solidFill><a:schemeClr val="phClr"/></a:solidFill><a:gradFill rotWithShape="1"><a:gsLst><a:gs pos="0"><a:schemeClr val="phClr"><a:tint val="40000"/><a:satMod val="350000"/></a:schemeClr></a:gs><a:gs pos="40000"><a:schemeClr val="phClr"><a:tint val="45000"/><a:shade val="99000"/><a:satMod val="350000"/></a:schemeClr></a:gs><a:gs pos="100000"><a:schemeClr val="phClr"><a:shade val="20000"/><a:satMod val="255000"/></a:schemeClr></a:gs></a:gsLst><a:path path="circle"><a:fillToRect l="50000" t="-80000" r="50000" b="180000"/></a:path></a:gradFill><a:gradFill rotWithShape="1"><a:gsLst><a:gs pos="0"><a:schemeClr val="phClr"><a:tint val="80000"/><a:satMod val="300000"/></a:schemeClr></a:gs><a:gs pos="100000"><a:schemeClr val="phClr"><a:shade val="30000"/><a:satMod val="200000"/></a:schemeClr></a:gs></a:gsLst><a:path path="circle"><a:fillToRect l="50000" t="50000" r="50000" b="50000"/></a:path></a:gradFill></a:bgFillStyleLst></a:fmtScheme></a:themeElements><a:objectDefaults/><a:extraClrSchemeLst/></a:theme>

</file>

<file path=ppt\theme\theme2.xml><?xml version="1.0" encoding="utf-8"?>
<a:theme xmlns:a="http://schemas.openxmlformats.org/drawingml/2006/main">
  <a:themeElements>
    <a:clrScheme name="Custom">
      <a:dk1>
        <a:srgbClr val="0E2356"/>
      </a:dk1>
      <a:lt1>
        <a:srgbClr val="FFFFFF"/>
      </a:lt1>
      <a:dk2>
        <a:srgbClr val="566589"/>
      </a:dk2>
      <a:lt2>
        <a:srgbClr val="8691AA"/>
      </a:lt2>
      <a:accent1>
        <a:srgbClr val="B7BDCC"/>
      </a:accent1>
      <a:accent2>
        <a:srgbClr val="ECEDF3"/>
      </a:accent2>
      <a:accent3>
        <a:srgbClr val="DDF4F8"/>
      </a:accent3>
      <a:accent4>
        <a:srgbClr val="B6E8F0"/>
      </a:accent4>
      <a:accent5>
        <a:srgbClr val="80D7E5"/>
      </a:accent5>
      <a:accent6>
        <a:srgbClr val="00AFCB"/>
      </a:accent6>
      <a:hlink>
        <a:srgbClr val="26BBD3"/>
      </a:hlink>
      <a:folHlink>
        <a:srgbClr val="26BB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\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3" d="100"/>
          <a:sy n="93" d="100"/>
        </p:scale>
        <p:origin x="252" y="56"/>
      </p:cViewPr>
      <p:guideLst>
        <p:guide orient="horz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